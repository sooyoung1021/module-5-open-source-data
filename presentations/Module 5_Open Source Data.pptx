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6"/>
  </p:notesMasterIdLst>
  <p:sldIdLst>
    <p:sldId id="256" r:id="rId5"/>
    <p:sldId id="277" r:id="rId6"/>
    <p:sldId id="343" r:id="rId7"/>
    <p:sldId id="344" r:id="rId8"/>
    <p:sldId id="345" r:id="rId9"/>
    <p:sldId id="262" r:id="rId10"/>
    <p:sldId id="261" r:id="rId11"/>
    <p:sldId id="263" r:id="rId12"/>
    <p:sldId id="269" r:id="rId13"/>
    <p:sldId id="347" r:id="rId14"/>
    <p:sldId id="346" r:id="rId15"/>
    <p:sldId id="350" r:id="rId16"/>
    <p:sldId id="348" r:id="rId17"/>
    <p:sldId id="270" r:id="rId18"/>
    <p:sldId id="349" r:id="rId19"/>
    <p:sldId id="355" r:id="rId20"/>
    <p:sldId id="264" r:id="rId21"/>
    <p:sldId id="351" r:id="rId22"/>
    <p:sldId id="356" r:id="rId23"/>
    <p:sldId id="265" r:id="rId24"/>
    <p:sldId id="276" r:id="rId25"/>
    <p:sldId id="275" r:id="rId26"/>
    <p:sldId id="357" r:id="rId27"/>
    <p:sldId id="353" r:id="rId28"/>
    <p:sldId id="354" r:id="rId29"/>
    <p:sldId id="358" r:id="rId30"/>
    <p:sldId id="352" r:id="rId31"/>
    <p:sldId id="359" r:id="rId32"/>
    <p:sldId id="360" r:id="rId33"/>
    <p:sldId id="361" r:id="rId34"/>
    <p:sldId id="3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2C943-53A7-4D8B-99F4-49564FD7B051}" v="54" dt="2026-03-31T12:04:54.812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83" autoAdjust="0"/>
  </p:normalViewPr>
  <p:slideViewPr>
    <p:cSldViewPr snapToGrid="0" snapToObjects="1">
      <p:cViewPr varScale="1">
        <p:scale>
          <a:sx n="96" d="100"/>
          <a:sy n="96" d="100"/>
        </p:scale>
        <p:origin x="252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oyoung Kim" userId="677150d7-489d-40b5-b248-d2f23e9c2e11" providerId="ADAL" clId="{6111190E-0205-4FD5-A6CD-C29F959616D3}"/>
    <pc:docChg chg="undo redo custSel addSld delSld modSld sldOrd">
      <pc:chgData name="Sooyoung Kim" userId="677150d7-489d-40b5-b248-d2f23e9c2e11" providerId="ADAL" clId="{6111190E-0205-4FD5-A6CD-C29F959616D3}" dt="2026-03-31T12:08:20.483" v="3541" actId="20577"/>
      <pc:docMkLst>
        <pc:docMk/>
      </pc:docMkLst>
      <pc:sldChg chg="addSp delSp modSp mod">
        <pc:chgData name="Sooyoung Kim" userId="677150d7-489d-40b5-b248-d2f23e9c2e11" providerId="ADAL" clId="{6111190E-0205-4FD5-A6CD-C29F959616D3}" dt="2026-03-31T11:03:57.158" v="1505" actId="20577"/>
        <pc:sldMkLst>
          <pc:docMk/>
          <pc:sldMk cId="0" sldId="256"/>
        </pc:sldMkLst>
        <pc:spChg chg="mod">
          <ac:chgData name="Sooyoung Kim" userId="677150d7-489d-40b5-b248-d2f23e9c2e11" providerId="ADAL" clId="{6111190E-0205-4FD5-A6CD-C29F959616D3}" dt="2026-03-31T11:03:57.158" v="150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ooyoung Kim" userId="677150d7-489d-40b5-b248-d2f23e9c2e11" providerId="ADAL" clId="{6111190E-0205-4FD5-A6CD-C29F959616D3}" dt="2026-03-27T13:48:10.227" v="101" actId="20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ooyoung Kim" userId="677150d7-489d-40b5-b248-d2f23e9c2e11" providerId="ADAL" clId="{6111190E-0205-4FD5-A6CD-C29F959616D3}" dt="2026-03-27T13:47:40.181" v="57" actId="478"/>
          <ac:spMkLst>
            <pc:docMk/>
            <pc:sldMk cId="0" sldId="256"/>
            <ac:spMk id="6" creationId="{EBC7C20D-274F-E006-F168-C70D45587EE7}"/>
          </ac:spMkLst>
        </pc:spChg>
      </pc:sldChg>
      <pc:sldChg chg="modSp mod">
        <pc:chgData name="Sooyoung Kim" userId="677150d7-489d-40b5-b248-d2f23e9c2e11" providerId="ADAL" clId="{6111190E-0205-4FD5-A6CD-C29F959616D3}" dt="2026-03-27T14:17:27.831" v="575" actId="20577"/>
        <pc:sldMkLst>
          <pc:docMk/>
          <pc:sldMk cId="1680248128" sldId="262"/>
        </pc:sldMkLst>
        <pc:spChg chg="mod">
          <ac:chgData name="Sooyoung Kim" userId="677150d7-489d-40b5-b248-d2f23e9c2e11" providerId="ADAL" clId="{6111190E-0205-4FD5-A6CD-C29F959616D3}" dt="2026-03-27T14:17:27.831" v="575" actId="20577"/>
          <ac:spMkLst>
            <pc:docMk/>
            <pc:sldMk cId="1680248128" sldId="262"/>
            <ac:spMk id="3" creationId="{BF8257CE-45F6-8360-B285-9F59B27270AD}"/>
          </ac:spMkLst>
        </pc:spChg>
      </pc:sldChg>
      <pc:sldChg chg="addSp modSp mod">
        <pc:chgData name="Sooyoung Kim" userId="677150d7-489d-40b5-b248-d2f23e9c2e11" providerId="ADAL" clId="{6111190E-0205-4FD5-A6CD-C29F959616D3}" dt="2026-03-27T14:37:49.410" v="916" actId="1076"/>
        <pc:sldMkLst>
          <pc:docMk/>
          <pc:sldMk cId="4144529841" sldId="263"/>
        </pc:sldMkLst>
        <pc:spChg chg="mod">
          <ac:chgData name="Sooyoung Kim" userId="677150d7-489d-40b5-b248-d2f23e9c2e11" providerId="ADAL" clId="{6111190E-0205-4FD5-A6CD-C29F959616D3}" dt="2026-03-27T14:37:45.639" v="914" actId="14100"/>
          <ac:spMkLst>
            <pc:docMk/>
            <pc:sldMk cId="4144529841" sldId="263"/>
            <ac:spMk id="3" creationId="{BA89A600-A8E4-BFD0-37CA-16C010338A76}"/>
          </ac:spMkLst>
        </pc:spChg>
        <pc:picChg chg="add mod">
          <ac:chgData name="Sooyoung Kim" userId="677150d7-489d-40b5-b248-d2f23e9c2e11" providerId="ADAL" clId="{6111190E-0205-4FD5-A6CD-C29F959616D3}" dt="2026-03-27T14:37:49.410" v="916" actId="1076"/>
          <ac:picMkLst>
            <pc:docMk/>
            <pc:sldMk cId="4144529841" sldId="263"/>
            <ac:picMk id="5" creationId="{0DF452CB-A3E4-FFA7-5BF4-564E6AB50291}"/>
          </ac:picMkLst>
        </pc:picChg>
      </pc:sldChg>
      <pc:sldChg chg="addSp delSp modSp mod">
        <pc:chgData name="Sooyoung Kim" userId="677150d7-489d-40b5-b248-d2f23e9c2e11" providerId="ADAL" clId="{6111190E-0205-4FD5-A6CD-C29F959616D3}" dt="2026-03-31T11:16:41.712" v="1834" actId="1035"/>
        <pc:sldMkLst>
          <pc:docMk/>
          <pc:sldMk cId="3310765919" sldId="264"/>
        </pc:sldMkLst>
        <pc:spChg chg="mod">
          <ac:chgData name="Sooyoung Kim" userId="677150d7-489d-40b5-b248-d2f23e9c2e11" providerId="ADAL" clId="{6111190E-0205-4FD5-A6CD-C29F959616D3}" dt="2026-03-31T11:15:12.321" v="1748" actId="20577"/>
          <ac:spMkLst>
            <pc:docMk/>
            <pc:sldMk cId="3310765919" sldId="264"/>
            <ac:spMk id="2" creationId="{28091E52-0AAD-B3D9-0371-9034AE7E4638}"/>
          </ac:spMkLst>
        </pc:spChg>
        <pc:spChg chg="mod">
          <ac:chgData name="Sooyoung Kim" userId="677150d7-489d-40b5-b248-d2f23e9c2e11" providerId="ADAL" clId="{6111190E-0205-4FD5-A6CD-C29F959616D3}" dt="2026-03-31T11:16:41.712" v="1834" actId="1035"/>
          <ac:spMkLst>
            <pc:docMk/>
            <pc:sldMk cId="3310765919" sldId="264"/>
            <ac:spMk id="3" creationId="{E6DA0CCC-4789-ACFC-6900-AF0082853238}"/>
          </ac:spMkLst>
        </pc:spChg>
        <pc:spChg chg="add del mod">
          <ac:chgData name="Sooyoung Kim" userId="677150d7-489d-40b5-b248-d2f23e9c2e11" providerId="ADAL" clId="{6111190E-0205-4FD5-A6CD-C29F959616D3}" dt="2026-03-31T11:16:30.516" v="1817"/>
          <ac:spMkLst>
            <pc:docMk/>
            <pc:sldMk cId="3310765919" sldId="264"/>
            <ac:spMk id="4" creationId="{9B76AB19-8D5A-877F-2DB9-FD7695C36B8E}"/>
          </ac:spMkLst>
        </pc:spChg>
        <pc:picChg chg="del mod">
          <ac:chgData name="Sooyoung Kim" userId="677150d7-489d-40b5-b248-d2f23e9c2e11" providerId="ADAL" clId="{6111190E-0205-4FD5-A6CD-C29F959616D3}" dt="2026-03-31T11:15:16.785" v="1750" actId="478"/>
          <ac:picMkLst>
            <pc:docMk/>
            <pc:sldMk cId="3310765919" sldId="264"/>
            <ac:picMk id="7" creationId="{5AE7AF6F-8B54-A9D2-F6D6-40144CBB04A4}"/>
          </ac:picMkLst>
        </pc:picChg>
        <pc:picChg chg="del mod">
          <ac:chgData name="Sooyoung Kim" userId="677150d7-489d-40b5-b248-d2f23e9c2e11" providerId="ADAL" clId="{6111190E-0205-4FD5-A6CD-C29F959616D3}" dt="2026-03-31T11:16:34.578" v="1819" actId="478"/>
          <ac:picMkLst>
            <pc:docMk/>
            <pc:sldMk cId="3310765919" sldId="264"/>
            <ac:picMk id="9" creationId="{3567F00B-AB27-F501-36AE-F7CDECE2803C}"/>
          </ac:picMkLst>
        </pc:picChg>
      </pc:sldChg>
      <pc:sldChg chg="addSp delSp modSp mod">
        <pc:chgData name="Sooyoung Kim" userId="677150d7-489d-40b5-b248-d2f23e9c2e11" providerId="ADAL" clId="{6111190E-0205-4FD5-A6CD-C29F959616D3}" dt="2026-03-31T11:19:36.785" v="1871" actId="6549"/>
        <pc:sldMkLst>
          <pc:docMk/>
          <pc:sldMk cId="3591890630" sldId="265"/>
        </pc:sldMkLst>
        <pc:spChg chg="mod">
          <ac:chgData name="Sooyoung Kim" userId="677150d7-489d-40b5-b248-d2f23e9c2e11" providerId="ADAL" clId="{6111190E-0205-4FD5-A6CD-C29F959616D3}" dt="2026-03-31T11:18:14.243" v="1840" actId="20577"/>
          <ac:spMkLst>
            <pc:docMk/>
            <pc:sldMk cId="3591890630" sldId="265"/>
            <ac:spMk id="2" creationId="{2FC8C20C-076D-4ACA-D55E-6BBF64E7F702}"/>
          </ac:spMkLst>
        </pc:spChg>
        <pc:spChg chg="mod">
          <ac:chgData name="Sooyoung Kim" userId="677150d7-489d-40b5-b248-d2f23e9c2e11" providerId="ADAL" clId="{6111190E-0205-4FD5-A6CD-C29F959616D3}" dt="2026-03-31T11:19:36.785" v="1871" actId="6549"/>
          <ac:spMkLst>
            <pc:docMk/>
            <pc:sldMk cId="3591890630" sldId="265"/>
            <ac:spMk id="3" creationId="{DE506C72-35F9-A009-C326-FDFABB131B58}"/>
          </ac:spMkLst>
        </pc:spChg>
        <pc:spChg chg="add del mod">
          <ac:chgData name="Sooyoung Kim" userId="677150d7-489d-40b5-b248-d2f23e9c2e11" providerId="ADAL" clId="{6111190E-0205-4FD5-A6CD-C29F959616D3}" dt="2026-03-31T11:18:33.373" v="1847" actId="478"/>
          <ac:spMkLst>
            <pc:docMk/>
            <pc:sldMk cId="3591890630" sldId="265"/>
            <ac:spMk id="4" creationId="{42320428-7C63-1E6D-4321-435499C2577E}"/>
          </ac:spMkLst>
        </pc:spChg>
      </pc:sldChg>
      <pc:sldChg chg="del">
        <pc:chgData name="Sooyoung Kim" userId="677150d7-489d-40b5-b248-d2f23e9c2e11" providerId="ADAL" clId="{6111190E-0205-4FD5-A6CD-C29F959616D3}" dt="2026-03-31T11:21:27.730" v="1872" actId="47"/>
        <pc:sldMkLst>
          <pc:docMk/>
          <pc:sldMk cId="126616980" sldId="266"/>
        </pc:sldMkLst>
      </pc:sldChg>
      <pc:sldChg chg="modSp add mod">
        <pc:chgData name="Sooyoung Kim" userId="677150d7-489d-40b5-b248-d2f23e9c2e11" providerId="ADAL" clId="{6111190E-0205-4FD5-A6CD-C29F959616D3}" dt="2026-03-31T11:07:39.300" v="1617" actId="27636"/>
        <pc:sldMkLst>
          <pc:docMk/>
          <pc:sldMk cId="200713596" sldId="269"/>
        </pc:sldMkLst>
        <pc:spChg chg="mod">
          <ac:chgData name="Sooyoung Kim" userId="677150d7-489d-40b5-b248-d2f23e9c2e11" providerId="ADAL" clId="{6111190E-0205-4FD5-A6CD-C29F959616D3}" dt="2026-03-31T11:07:39.300" v="1617" actId="27636"/>
          <ac:spMkLst>
            <pc:docMk/>
            <pc:sldMk cId="200713596" sldId="269"/>
            <ac:spMk id="3" creationId="{A77389CF-ACAA-E995-ACEF-B60820BE9B52}"/>
          </ac:spMkLst>
        </pc:spChg>
      </pc:sldChg>
      <pc:sldChg chg="modSp add mod">
        <pc:chgData name="Sooyoung Kim" userId="677150d7-489d-40b5-b248-d2f23e9c2e11" providerId="ADAL" clId="{6111190E-0205-4FD5-A6CD-C29F959616D3}" dt="2026-03-27T17:39:36.745" v="1497" actId="27636"/>
        <pc:sldMkLst>
          <pc:docMk/>
          <pc:sldMk cId="777324235" sldId="270"/>
        </pc:sldMkLst>
        <pc:spChg chg="mod">
          <ac:chgData name="Sooyoung Kim" userId="677150d7-489d-40b5-b248-d2f23e9c2e11" providerId="ADAL" clId="{6111190E-0205-4FD5-A6CD-C29F959616D3}" dt="2026-03-27T17:39:34.539" v="1495" actId="20577"/>
          <ac:spMkLst>
            <pc:docMk/>
            <pc:sldMk cId="777324235" sldId="270"/>
            <ac:spMk id="2" creationId="{2D7588A7-8E6B-0493-BEC3-861C2F5DBCF8}"/>
          </ac:spMkLst>
        </pc:spChg>
        <pc:spChg chg="mod">
          <ac:chgData name="Sooyoung Kim" userId="677150d7-489d-40b5-b248-d2f23e9c2e11" providerId="ADAL" clId="{6111190E-0205-4FD5-A6CD-C29F959616D3}" dt="2026-03-27T17:39:36.745" v="1497" actId="27636"/>
          <ac:spMkLst>
            <pc:docMk/>
            <pc:sldMk cId="777324235" sldId="270"/>
            <ac:spMk id="3" creationId="{7BBB69CA-351B-7E48-3D15-206886E383E0}"/>
          </ac:spMkLst>
        </pc:spChg>
      </pc:sldChg>
      <pc:sldChg chg="del">
        <pc:chgData name="Sooyoung Kim" userId="677150d7-489d-40b5-b248-d2f23e9c2e11" providerId="ADAL" clId="{6111190E-0205-4FD5-A6CD-C29F959616D3}" dt="2026-03-31T11:21:35.773" v="1873" actId="47"/>
        <pc:sldMkLst>
          <pc:docMk/>
          <pc:sldMk cId="3424353182" sldId="272"/>
        </pc:sldMkLst>
      </pc:sldChg>
      <pc:sldChg chg="del">
        <pc:chgData name="Sooyoung Kim" userId="677150d7-489d-40b5-b248-d2f23e9c2e11" providerId="ADAL" clId="{6111190E-0205-4FD5-A6CD-C29F959616D3}" dt="2026-03-31T11:14:57.381" v="1743" actId="47"/>
        <pc:sldMkLst>
          <pc:docMk/>
          <pc:sldMk cId="749891609" sldId="273"/>
        </pc:sldMkLst>
      </pc:sldChg>
      <pc:sldChg chg="del">
        <pc:chgData name="Sooyoung Kim" userId="677150d7-489d-40b5-b248-d2f23e9c2e11" providerId="ADAL" clId="{6111190E-0205-4FD5-A6CD-C29F959616D3}" dt="2026-03-31T11:21:35.773" v="1873" actId="47"/>
        <pc:sldMkLst>
          <pc:docMk/>
          <pc:sldMk cId="4163935446" sldId="274"/>
        </pc:sldMkLst>
      </pc:sldChg>
      <pc:sldChg chg="modSp new mod">
        <pc:chgData name="Sooyoung Kim" userId="677150d7-489d-40b5-b248-d2f23e9c2e11" providerId="ADAL" clId="{6111190E-0205-4FD5-A6CD-C29F959616D3}" dt="2026-03-31T11:04:03.473" v="1514" actId="20577"/>
        <pc:sldMkLst>
          <pc:docMk/>
          <pc:sldMk cId="2489699208" sldId="277"/>
        </pc:sldMkLst>
        <pc:spChg chg="mod">
          <ac:chgData name="Sooyoung Kim" userId="677150d7-489d-40b5-b248-d2f23e9c2e11" providerId="ADAL" clId="{6111190E-0205-4FD5-A6CD-C29F959616D3}" dt="2026-03-27T13:48:40.614" v="124" actId="20577"/>
          <ac:spMkLst>
            <pc:docMk/>
            <pc:sldMk cId="2489699208" sldId="277"/>
            <ac:spMk id="2" creationId="{B7490868-5456-233F-B383-068EAE340E1A}"/>
          </ac:spMkLst>
        </pc:spChg>
        <pc:spChg chg="mod">
          <ac:chgData name="Sooyoung Kim" userId="677150d7-489d-40b5-b248-d2f23e9c2e11" providerId="ADAL" clId="{6111190E-0205-4FD5-A6CD-C29F959616D3}" dt="2026-03-31T11:04:03.473" v="1514" actId="20577"/>
          <ac:spMkLst>
            <pc:docMk/>
            <pc:sldMk cId="2489699208" sldId="277"/>
            <ac:spMk id="3" creationId="{96DBA883-69A6-DBB4-DE88-A466139CAFE3}"/>
          </ac:spMkLst>
        </pc:spChg>
      </pc:sldChg>
      <pc:sldChg chg="addSp modSp add mod">
        <pc:chgData name="Sooyoung Kim" userId="677150d7-489d-40b5-b248-d2f23e9c2e11" providerId="ADAL" clId="{6111190E-0205-4FD5-A6CD-C29F959616D3}" dt="2026-03-27T13:51:00.317" v="210" actId="1076"/>
        <pc:sldMkLst>
          <pc:docMk/>
          <pc:sldMk cId="2441003617" sldId="343"/>
        </pc:sldMkLst>
        <pc:spChg chg="mod">
          <ac:chgData name="Sooyoung Kim" userId="677150d7-489d-40b5-b248-d2f23e9c2e11" providerId="ADAL" clId="{6111190E-0205-4FD5-A6CD-C29F959616D3}" dt="2026-03-27T13:50:41.591" v="206" actId="1076"/>
          <ac:spMkLst>
            <pc:docMk/>
            <pc:sldMk cId="2441003617" sldId="343"/>
            <ac:spMk id="2" creationId="{9F4AE2A8-8707-26E0-6A07-8D39A265CECA}"/>
          </ac:spMkLst>
        </pc:spChg>
        <pc:spChg chg="mod">
          <ac:chgData name="Sooyoung Kim" userId="677150d7-489d-40b5-b248-d2f23e9c2e11" providerId="ADAL" clId="{6111190E-0205-4FD5-A6CD-C29F959616D3}" dt="2026-03-27T13:50:33.801" v="205" actId="1076"/>
          <ac:spMkLst>
            <pc:docMk/>
            <pc:sldMk cId="2441003617" sldId="343"/>
            <ac:spMk id="6" creationId="{C0554904-7D1D-3FA4-8FC1-A6CB499B9A67}"/>
          </ac:spMkLst>
        </pc:spChg>
        <pc:picChg chg="add mod">
          <ac:chgData name="Sooyoung Kim" userId="677150d7-489d-40b5-b248-d2f23e9c2e11" providerId="ADAL" clId="{6111190E-0205-4FD5-A6CD-C29F959616D3}" dt="2026-03-27T13:50:49.799" v="208" actId="1076"/>
          <ac:picMkLst>
            <pc:docMk/>
            <pc:sldMk cId="2441003617" sldId="343"/>
            <ac:picMk id="5" creationId="{2D7F019D-182D-D156-448C-DA1FD712659F}"/>
          </ac:picMkLst>
        </pc:picChg>
        <pc:picChg chg="add mod">
          <ac:chgData name="Sooyoung Kim" userId="677150d7-489d-40b5-b248-d2f23e9c2e11" providerId="ADAL" clId="{6111190E-0205-4FD5-A6CD-C29F959616D3}" dt="2026-03-27T13:51:00.317" v="210" actId="1076"/>
          <ac:picMkLst>
            <pc:docMk/>
            <pc:sldMk cId="2441003617" sldId="343"/>
            <ac:picMk id="8" creationId="{2F1B38D5-5ADF-8740-42B3-F74CACE6A6D0}"/>
          </ac:picMkLst>
        </pc:picChg>
      </pc:sldChg>
      <pc:sldChg chg="addSp delSp modSp new mod">
        <pc:chgData name="Sooyoung Kim" userId="677150d7-489d-40b5-b248-d2f23e9c2e11" providerId="ADAL" clId="{6111190E-0205-4FD5-A6CD-C29F959616D3}" dt="2026-03-31T11:04:16.069" v="1524" actId="20577"/>
        <pc:sldMkLst>
          <pc:docMk/>
          <pc:sldMk cId="2712800422" sldId="344"/>
        </pc:sldMkLst>
        <pc:spChg chg="mod">
          <ac:chgData name="Sooyoung Kim" userId="677150d7-489d-40b5-b248-d2f23e9c2e11" providerId="ADAL" clId="{6111190E-0205-4FD5-A6CD-C29F959616D3}" dt="2026-03-27T13:56:42.917" v="413" actId="20577"/>
          <ac:spMkLst>
            <pc:docMk/>
            <pc:sldMk cId="2712800422" sldId="344"/>
            <ac:spMk id="2" creationId="{6A612458-FE9D-5734-606D-5DFEB624CBCF}"/>
          </ac:spMkLst>
        </pc:spChg>
        <pc:spChg chg="mod">
          <ac:chgData name="Sooyoung Kim" userId="677150d7-489d-40b5-b248-d2f23e9c2e11" providerId="ADAL" clId="{6111190E-0205-4FD5-A6CD-C29F959616D3}" dt="2026-03-31T11:04:16.069" v="1524" actId="20577"/>
          <ac:spMkLst>
            <pc:docMk/>
            <pc:sldMk cId="2712800422" sldId="344"/>
            <ac:spMk id="3" creationId="{0553FD56-1A28-364D-E232-DF3B7578648F}"/>
          </ac:spMkLst>
        </pc:spChg>
      </pc:sldChg>
      <pc:sldChg chg="addSp modSp new mod">
        <pc:chgData name="Sooyoung Kim" userId="677150d7-489d-40b5-b248-d2f23e9c2e11" providerId="ADAL" clId="{6111190E-0205-4FD5-A6CD-C29F959616D3}" dt="2026-03-31T11:05:55.249" v="1577" actId="20577"/>
        <pc:sldMkLst>
          <pc:docMk/>
          <pc:sldMk cId="2523241686" sldId="345"/>
        </pc:sldMkLst>
        <pc:spChg chg="mod">
          <ac:chgData name="Sooyoung Kim" userId="677150d7-489d-40b5-b248-d2f23e9c2e11" providerId="ADAL" clId="{6111190E-0205-4FD5-A6CD-C29F959616D3}" dt="2026-03-27T13:56:17.647" v="408" actId="20577"/>
          <ac:spMkLst>
            <pc:docMk/>
            <pc:sldMk cId="2523241686" sldId="345"/>
            <ac:spMk id="2" creationId="{8FA93EA5-5B53-F169-FF97-7E57339FB090}"/>
          </ac:spMkLst>
        </pc:spChg>
        <pc:spChg chg="mod">
          <ac:chgData name="Sooyoung Kim" userId="677150d7-489d-40b5-b248-d2f23e9c2e11" providerId="ADAL" clId="{6111190E-0205-4FD5-A6CD-C29F959616D3}" dt="2026-03-31T11:05:55.249" v="1577" actId="20577"/>
          <ac:spMkLst>
            <pc:docMk/>
            <pc:sldMk cId="2523241686" sldId="345"/>
            <ac:spMk id="3" creationId="{C12B9134-8180-151D-1B62-979F435EC249}"/>
          </ac:spMkLst>
        </pc:spChg>
        <pc:picChg chg="add mod">
          <ac:chgData name="Sooyoung Kim" userId="677150d7-489d-40b5-b248-d2f23e9c2e11" providerId="ADAL" clId="{6111190E-0205-4FD5-A6CD-C29F959616D3}" dt="2026-03-27T14:02:31.397" v="565" actId="1076"/>
          <ac:picMkLst>
            <pc:docMk/>
            <pc:sldMk cId="2523241686" sldId="345"/>
            <ac:picMk id="2050" creationId="{D6C8F670-5FF2-9D6A-012F-4CA19648A8A7}"/>
          </ac:picMkLst>
        </pc:picChg>
      </pc:sldChg>
      <pc:sldChg chg="modSp add mod">
        <pc:chgData name="Sooyoung Kim" userId="677150d7-489d-40b5-b248-d2f23e9c2e11" providerId="ADAL" clId="{6111190E-0205-4FD5-A6CD-C29F959616D3}" dt="2026-03-31T11:10:56.507" v="1623" actId="207"/>
        <pc:sldMkLst>
          <pc:docMk/>
          <pc:sldMk cId="1180000845" sldId="346"/>
        </pc:sldMkLst>
        <pc:spChg chg="mod">
          <ac:chgData name="Sooyoung Kim" userId="677150d7-489d-40b5-b248-d2f23e9c2e11" providerId="ADAL" clId="{6111190E-0205-4FD5-A6CD-C29F959616D3}" dt="2026-03-31T11:10:56.507" v="1623" actId="207"/>
          <ac:spMkLst>
            <pc:docMk/>
            <pc:sldMk cId="1180000845" sldId="346"/>
            <ac:spMk id="3" creationId="{E599B664-5D3F-AC49-7333-77A33E4D481C}"/>
          </ac:spMkLst>
        </pc:spChg>
      </pc:sldChg>
      <pc:sldChg chg="addSp delSp modSp new mod modClrScheme chgLayout">
        <pc:chgData name="Sooyoung Kim" userId="677150d7-489d-40b5-b248-d2f23e9c2e11" providerId="ADAL" clId="{6111190E-0205-4FD5-A6CD-C29F959616D3}" dt="2026-03-27T17:38:06.669" v="1433" actId="404"/>
        <pc:sldMkLst>
          <pc:docMk/>
          <pc:sldMk cId="2643939065" sldId="347"/>
        </pc:sldMkLst>
        <pc:spChg chg="add mod ord">
          <ac:chgData name="Sooyoung Kim" userId="677150d7-489d-40b5-b248-d2f23e9c2e11" providerId="ADAL" clId="{6111190E-0205-4FD5-A6CD-C29F959616D3}" dt="2026-03-27T17:37:34.678" v="1286" actId="404"/>
          <ac:spMkLst>
            <pc:docMk/>
            <pc:sldMk cId="2643939065" sldId="347"/>
            <ac:spMk id="4" creationId="{0BF01B75-BFE9-DAC9-462A-0E611916F3D8}"/>
          </ac:spMkLst>
        </pc:spChg>
        <pc:spChg chg="add mod ord">
          <ac:chgData name="Sooyoung Kim" userId="677150d7-489d-40b5-b248-d2f23e9c2e11" providerId="ADAL" clId="{6111190E-0205-4FD5-A6CD-C29F959616D3}" dt="2026-03-27T17:38:06.669" v="1433" actId="404"/>
          <ac:spMkLst>
            <pc:docMk/>
            <pc:sldMk cId="2643939065" sldId="347"/>
            <ac:spMk id="5" creationId="{4E9F245F-F17F-78A3-7ADE-CFFFE98D9830}"/>
          </ac:spMkLst>
        </pc:spChg>
        <pc:spChg chg="add mod ord">
          <ac:chgData name="Sooyoung Kim" userId="677150d7-489d-40b5-b248-d2f23e9c2e11" providerId="ADAL" clId="{6111190E-0205-4FD5-A6CD-C29F959616D3}" dt="2026-03-27T17:37:20.935" v="1225" actId="700"/>
          <ac:spMkLst>
            <pc:docMk/>
            <pc:sldMk cId="2643939065" sldId="347"/>
            <ac:spMk id="6" creationId="{396F0581-65BB-1C5F-4A7A-3E7975D56E63}"/>
          </ac:spMkLst>
        </pc:spChg>
      </pc:sldChg>
      <pc:sldChg chg="add ord">
        <pc:chgData name="Sooyoung Kim" userId="677150d7-489d-40b5-b248-d2f23e9c2e11" providerId="ADAL" clId="{6111190E-0205-4FD5-A6CD-C29F959616D3}" dt="2026-03-27T17:39:18.003" v="1480"/>
        <pc:sldMkLst>
          <pc:docMk/>
          <pc:sldMk cId="3618257050" sldId="348"/>
        </pc:sldMkLst>
      </pc:sldChg>
      <pc:sldChg chg="add">
        <pc:chgData name="Sooyoung Kim" userId="677150d7-489d-40b5-b248-d2f23e9c2e11" providerId="ADAL" clId="{6111190E-0205-4FD5-A6CD-C29F959616D3}" dt="2026-03-27T17:38:14.880" v="1434"/>
        <pc:sldMkLst>
          <pc:docMk/>
          <pc:sldMk cId="1004131265" sldId="349"/>
        </pc:sldMkLst>
      </pc:sldChg>
      <pc:sldChg chg="addSp delSp modSp new mod">
        <pc:chgData name="Sooyoung Kim" userId="677150d7-489d-40b5-b248-d2f23e9c2e11" providerId="ADAL" clId="{6111190E-0205-4FD5-A6CD-C29F959616D3}" dt="2026-03-31T11:13:48.172" v="1736" actId="20577"/>
        <pc:sldMkLst>
          <pc:docMk/>
          <pc:sldMk cId="2864601044" sldId="350"/>
        </pc:sldMkLst>
        <pc:spChg chg="mod">
          <ac:chgData name="Sooyoung Kim" userId="677150d7-489d-40b5-b248-d2f23e9c2e11" providerId="ADAL" clId="{6111190E-0205-4FD5-A6CD-C29F959616D3}" dt="2026-03-27T17:38:54.677" v="1478" actId="20577"/>
          <ac:spMkLst>
            <pc:docMk/>
            <pc:sldMk cId="2864601044" sldId="350"/>
            <ac:spMk id="2" creationId="{7B76A734-2EBB-6CCA-D20B-8AD26C239BF2}"/>
          </ac:spMkLst>
        </pc:spChg>
        <pc:spChg chg="mod">
          <ac:chgData name="Sooyoung Kim" userId="677150d7-489d-40b5-b248-d2f23e9c2e11" providerId="ADAL" clId="{6111190E-0205-4FD5-A6CD-C29F959616D3}" dt="2026-03-31T11:13:48.172" v="1736" actId="20577"/>
          <ac:spMkLst>
            <pc:docMk/>
            <pc:sldMk cId="2864601044" sldId="350"/>
            <ac:spMk id="3" creationId="{CDAE9975-EB99-245F-F6AD-CE60F0F33AA8}"/>
          </ac:spMkLst>
        </pc:spChg>
        <pc:spChg chg="add del">
          <ac:chgData name="Sooyoung Kim" userId="677150d7-489d-40b5-b248-d2f23e9c2e11" providerId="ADAL" clId="{6111190E-0205-4FD5-A6CD-C29F959616D3}" dt="2026-03-31T11:11:38.781" v="1631" actId="478"/>
          <ac:spMkLst>
            <pc:docMk/>
            <pc:sldMk cId="2864601044" sldId="350"/>
            <ac:spMk id="4" creationId="{29930EE3-031E-E192-C291-21F1058F43D5}"/>
          </ac:spMkLst>
        </pc:spChg>
        <pc:spChg chg="add del mod">
          <ac:chgData name="Sooyoung Kim" userId="677150d7-489d-40b5-b248-d2f23e9c2e11" providerId="ADAL" clId="{6111190E-0205-4FD5-A6CD-C29F959616D3}" dt="2026-03-31T11:12:09.796" v="1662" actId="478"/>
          <ac:spMkLst>
            <pc:docMk/>
            <pc:sldMk cId="2864601044" sldId="350"/>
            <ac:spMk id="5" creationId="{15D0BE4D-2587-FB27-54CE-342E3157763A}"/>
          </ac:spMkLst>
        </pc:spChg>
      </pc:sldChg>
      <pc:sldChg chg="addSp delSp modSp add mod">
        <pc:chgData name="Sooyoung Kim" userId="677150d7-489d-40b5-b248-d2f23e9c2e11" providerId="ADAL" clId="{6111190E-0205-4FD5-A6CD-C29F959616D3}" dt="2026-03-31T11:16:59.215" v="1839" actId="1076"/>
        <pc:sldMkLst>
          <pc:docMk/>
          <pc:sldMk cId="1126340729" sldId="351"/>
        </pc:sldMkLst>
        <pc:spChg chg="del">
          <ac:chgData name="Sooyoung Kim" userId="677150d7-489d-40b5-b248-d2f23e9c2e11" providerId="ADAL" clId="{6111190E-0205-4FD5-A6CD-C29F959616D3}" dt="2026-03-31T11:16:49.710" v="1835" actId="478"/>
          <ac:spMkLst>
            <pc:docMk/>
            <pc:sldMk cId="1126340729" sldId="351"/>
            <ac:spMk id="3" creationId="{9E4D5307-5635-CCF7-154C-5AAEA4FA764D}"/>
          </ac:spMkLst>
        </pc:spChg>
        <pc:spChg chg="add del mod">
          <ac:chgData name="Sooyoung Kim" userId="677150d7-489d-40b5-b248-d2f23e9c2e11" providerId="ADAL" clId="{6111190E-0205-4FD5-A6CD-C29F959616D3}" dt="2026-03-31T11:16:52.444" v="1836" actId="478"/>
          <ac:spMkLst>
            <pc:docMk/>
            <pc:sldMk cId="1126340729" sldId="351"/>
            <ac:spMk id="5" creationId="{CE486939-6366-9CF1-07B6-327FBA0A8C6F}"/>
          </ac:spMkLst>
        </pc:spChg>
        <pc:picChg chg="mod">
          <ac:chgData name="Sooyoung Kim" userId="677150d7-489d-40b5-b248-d2f23e9c2e11" providerId="ADAL" clId="{6111190E-0205-4FD5-A6CD-C29F959616D3}" dt="2026-03-31T11:16:56.500" v="1838" actId="14100"/>
          <ac:picMkLst>
            <pc:docMk/>
            <pc:sldMk cId="1126340729" sldId="351"/>
            <ac:picMk id="7" creationId="{F7318BBA-2C42-11BE-A923-FE071AF8C58E}"/>
          </ac:picMkLst>
        </pc:picChg>
        <pc:picChg chg="mod">
          <ac:chgData name="Sooyoung Kim" userId="677150d7-489d-40b5-b248-d2f23e9c2e11" providerId="ADAL" clId="{6111190E-0205-4FD5-A6CD-C29F959616D3}" dt="2026-03-31T11:16:59.215" v="1839" actId="1076"/>
          <ac:picMkLst>
            <pc:docMk/>
            <pc:sldMk cId="1126340729" sldId="351"/>
            <ac:picMk id="9" creationId="{42C5CD4B-81C3-56E1-C3F6-AAE2BE2658D2}"/>
          </ac:picMkLst>
        </pc:picChg>
      </pc:sldChg>
      <pc:sldChg chg="addSp delSp modSp new mod modClrScheme chgLayout">
        <pc:chgData name="Sooyoung Kim" userId="677150d7-489d-40b5-b248-d2f23e9c2e11" providerId="ADAL" clId="{6111190E-0205-4FD5-A6CD-C29F959616D3}" dt="2026-03-31T11:56:39.679" v="2669" actId="20577"/>
        <pc:sldMkLst>
          <pc:docMk/>
          <pc:sldMk cId="1553474185" sldId="352"/>
        </pc:sldMkLst>
        <pc:spChg chg="del mod ord">
          <ac:chgData name="Sooyoung Kim" userId="677150d7-489d-40b5-b248-d2f23e9c2e11" providerId="ADAL" clId="{6111190E-0205-4FD5-A6CD-C29F959616D3}" dt="2026-03-31T11:21:44.767" v="1875" actId="700"/>
          <ac:spMkLst>
            <pc:docMk/>
            <pc:sldMk cId="1553474185" sldId="352"/>
            <ac:spMk id="2" creationId="{C06BDA09-0AAE-2845-0F01-F4DFE34548A0}"/>
          </ac:spMkLst>
        </pc:spChg>
        <pc:spChg chg="del mod ord">
          <ac:chgData name="Sooyoung Kim" userId="677150d7-489d-40b5-b248-d2f23e9c2e11" providerId="ADAL" clId="{6111190E-0205-4FD5-A6CD-C29F959616D3}" dt="2026-03-31T11:21:44.767" v="1875" actId="700"/>
          <ac:spMkLst>
            <pc:docMk/>
            <pc:sldMk cId="1553474185" sldId="352"/>
            <ac:spMk id="3" creationId="{80D3096E-2F08-9AA9-5C34-520A560661AA}"/>
          </ac:spMkLst>
        </pc:spChg>
        <pc:spChg chg="add mod ord">
          <ac:chgData name="Sooyoung Kim" userId="677150d7-489d-40b5-b248-d2f23e9c2e11" providerId="ADAL" clId="{6111190E-0205-4FD5-A6CD-C29F959616D3}" dt="2026-03-31T11:56:39.679" v="2669" actId="20577"/>
          <ac:spMkLst>
            <pc:docMk/>
            <pc:sldMk cId="1553474185" sldId="352"/>
            <ac:spMk id="4" creationId="{4A935956-8685-947B-BF8A-2FB5937A1408}"/>
          </ac:spMkLst>
        </pc:spChg>
        <pc:spChg chg="add mod ord">
          <ac:chgData name="Sooyoung Kim" userId="677150d7-489d-40b5-b248-d2f23e9c2e11" providerId="ADAL" clId="{6111190E-0205-4FD5-A6CD-C29F959616D3}" dt="2026-03-31T11:47:24.737" v="2096" actId="14100"/>
          <ac:spMkLst>
            <pc:docMk/>
            <pc:sldMk cId="1553474185" sldId="352"/>
            <ac:spMk id="5" creationId="{281B929A-675B-029F-B69C-D905C81948ED}"/>
          </ac:spMkLst>
        </pc:spChg>
        <pc:spChg chg="add mod ord">
          <ac:chgData name="Sooyoung Kim" userId="677150d7-489d-40b5-b248-d2f23e9c2e11" providerId="ADAL" clId="{6111190E-0205-4FD5-A6CD-C29F959616D3}" dt="2026-03-31T11:21:44.767" v="1875" actId="700"/>
          <ac:spMkLst>
            <pc:docMk/>
            <pc:sldMk cId="1553474185" sldId="352"/>
            <ac:spMk id="6" creationId="{2AAF416B-4E56-C5EA-C840-56C47E4DA79B}"/>
          </ac:spMkLst>
        </pc:spChg>
      </pc:sldChg>
      <pc:sldChg chg="addSp delSp modSp new mod">
        <pc:chgData name="Sooyoung Kim" userId="677150d7-489d-40b5-b248-d2f23e9c2e11" providerId="ADAL" clId="{6111190E-0205-4FD5-A6CD-C29F959616D3}" dt="2026-03-31T11:54:07.187" v="2552" actId="313"/>
        <pc:sldMkLst>
          <pc:docMk/>
          <pc:sldMk cId="1547912190" sldId="353"/>
        </pc:sldMkLst>
        <pc:spChg chg="mod">
          <ac:chgData name="Sooyoung Kim" userId="677150d7-489d-40b5-b248-d2f23e9c2e11" providerId="ADAL" clId="{6111190E-0205-4FD5-A6CD-C29F959616D3}" dt="2026-03-31T11:32:02.764" v="1908" actId="20577"/>
          <ac:spMkLst>
            <pc:docMk/>
            <pc:sldMk cId="1547912190" sldId="353"/>
            <ac:spMk id="2" creationId="{7C3B5B88-7FE3-89A9-8776-9024AFAC8E05}"/>
          </ac:spMkLst>
        </pc:spChg>
        <pc:spChg chg="add del mod">
          <ac:chgData name="Sooyoung Kim" userId="677150d7-489d-40b5-b248-d2f23e9c2e11" providerId="ADAL" clId="{6111190E-0205-4FD5-A6CD-C29F959616D3}" dt="2026-03-31T11:54:07.187" v="2552" actId="313"/>
          <ac:spMkLst>
            <pc:docMk/>
            <pc:sldMk cId="1547912190" sldId="353"/>
            <ac:spMk id="3" creationId="{09EBEACE-DD94-C122-4291-36C88664D924}"/>
          </ac:spMkLst>
        </pc:spChg>
        <pc:spChg chg="add mod">
          <ac:chgData name="Sooyoung Kim" userId="677150d7-489d-40b5-b248-d2f23e9c2e11" providerId="ADAL" clId="{6111190E-0205-4FD5-A6CD-C29F959616D3}" dt="2026-03-31T11:32:43.687" v="1910"/>
          <ac:spMkLst>
            <pc:docMk/>
            <pc:sldMk cId="1547912190" sldId="353"/>
            <ac:spMk id="4" creationId="{A01BAEDC-11B0-226B-8360-578AED12B2C3}"/>
          </ac:spMkLst>
        </pc:spChg>
      </pc:sldChg>
      <pc:sldChg chg="addSp delSp modSp new mod">
        <pc:chgData name="Sooyoung Kim" userId="677150d7-489d-40b5-b248-d2f23e9c2e11" providerId="ADAL" clId="{6111190E-0205-4FD5-A6CD-C29F959616D3}" dt="2026-03-31T11:42:29.851" v="2014" actId="1076"/>
        <pc:sldMkLst>
          <pc:docMk/>
          <pc:sldMk cId="3756262885" sldId="354"/>
        </pc:sldMkLst>
        <pc:picChg chg="add del mod">
          <ac:chgData name="Sooyoung Kim" userId="677150d7-489d-40b5-b248-d2f23e9c2e11" providerId="ADAL" clId="{6111190E-0205-4FD5-A6CD-C29F959616D3}" dt="2026-03-31T11:41:37.803" v="2009" actId="478"/>
          <ac:picMkLst>
            <pc:docMk/>
            <pc:sldMk cId="3756262885" sldId="354"/>
            <ac:picMk id="5" creationId="{DA7B698F-336C-4819-06E3-307B3D482641}"/>
          </ac:picMkLst>
        </pc:picChg>
        <pc:picChg chg="add mod">
          <ac:chgData name="Sooyoung Kim" userId="677150d7-489d-40b5-b248-d2f23e9c2e11" providerId="ADAL" clId="{6111190E-0205-4FD5-A6CD-C29F959616D3}" dt="2026-03-31T11:42:29.851" v="2014" actId="1076"/>
          <ac:picMkLst>
            <pc:docMk/>
            <pc:sldMk cId="3756262885" sldId="354"/>
            <ac:picMk id="7" creationId="{96FB48B7-FAE5-D4A7-F5CB-74B4143344A5}"/>
          </ac:picMkLst>
        </pc:picChg>
      </pc:sldChg>
      <pc:sldChg chg="addSp delSp modSp new mod">
        <pc:chgData name="Sooyoung Kim" userId="677150d7-489d-40b5-b248-d2f23e9c2e11" providerId="ADAL" clId="{6111190E-0205-4FD5-A6CD-C29F959616D3}" dt="2026-03-31T11:49:58.180" v="2324" actId="20577"/>
        <pc:sldMkLst>
          <pc:docMk/>
          <pc:sldMk cId="1871515140" sldId="355"/>
        </pc:sldMkLst>
        <pc:spChg chg="mod">
          <ac:chgData name="Sooyoung Kim" userId="677150d7-489d-40b5-b248-d2f23e9c2e11" providerId="ADAL" clId="{6111190E-0205-4FD5-A6CD-C29F959616D3}" dt="2026-03-31T11:47:39.696" v="2107" actId="20577"/>
          <ac:spMkLst>
            <pc:docMk/>
            <pc:sldMk cId="1871515140" sldId="355"/>
            <ac:spMk id="2" creationId="{0E07C404-A43F-F62F-EA48-B2CFF808ACDF}"/>
          </ac:spMkLst>
        </pc:spChg>
        <pc:spChg chg="add del mod">
          <ac:chgData name="Sooyoung Kim" userId="677150d7-489d-40b5-b248-d2f23e9c2e11" providerId="ADAL" clId="{6111190E-0205-4FD5-A6CD-C29F959616D3}" dt="2026-03-31T11:49:58.180" v="2324" actId="20577"/>
          <ac:spMkLst>
            <pc:docMk/>
            <pc:sldMk cId="1871515140" sldId="355"/>
            <ac:spMk id="3" creationId="{ABF33451-42B7-0610-8B7E-DEC46D822BD7}"/>
          </ac:spMkLst>
        </pc:spChg>
        <pc:spChg chg="add mod">
          <ac:chgData name="Sooyoung Kim" userId="677150d7-489d-40b5-b248-d2f23e9c2e11" providerId="ADAL" clId="{6111190E-0205-4FD5-A6CD-C29F959616D3}" dt="2026-03-31T11:48:41.500" v="2114"/>
          <ac:spMkLst>
            <pc:docMk/>
            <pc:sldMk cId="1871515140" sldId="355"/>
            <ac:spMk id="4" creationId="{2979E54F-3B77-28C7-7BEC-5A59F6F508E8}"/>
          </ac:spMkLst>
        </pc:spChg>
      </pc:sldChg>
      <pc:sldChg chg="addSp delSp modSp add mod">
        <pc:chgData name="Sooyoung Kim" userId="677150d7-489d-40b5-b248-d2f23e9c2e11" providerId="ADAL" clId="{6111190E-0205-4FD5-A6CD-C29F959616D3}" dt="2026-03-31T11:51:34.372" v="2432" actId="20577"/>
        <pc:sldMkLst>
          <pc:docMk/>
          <pc:sldMk cId="28862293" sldId="356"/>
        </pc:sldMkLst>
        <pc:spChg chg="mod">
          <ac:chgData name="Sooyoung Kim" userId="677150d7-489d-40b5-b248-d2f23e9c2e11" providerId="ADAL" clId="{6111190E-0205-4FD5-A6CD-C29F959616D3}" dt="2026-03-31T11:50:19.366" v="2326" actId="20577"/>
          <ac:spMkLst>
            <pc:docMk/>
            <pc:sldMk cId="28862293" sldId="356"/>
            <ac:spMk id="2" creationId="{8843D297-640D-0E68-1097-8851C7A1AAD8}"/>
          </ac:spMkLst>
        </pc:spChg>
        <pc:spChg chg="add del mod">
          <ac:chgData name="Sooyoung Kim" userId="677150d7-489d-40b5-b248-d2f23e9c2e11" providerId="ADAL" clId="{6111190E-0205-4FD5-A6CD-C29F959616D3}" dt="2026-03-31T11:51:34.372" v="2432" actId="20577"/>
          <ac:spMkLst>
            <pc:docMk/>
            <pc:sldMk cId="28862293" sldId="356"/>
            <ac:spMk id="3" creationId="{6C902727-81FA-CCCE-D55A-703A290AD631}"/>
          </ac:spMkLst>
        </pc:spChg>
        <pc:spChg chg="add mod">
          <ac:chgData name="Sooyoung Kim" userId="677150d7-489d-40b5-b248-d2f23e9c2e11" providerId="ADAL" clId="{6111190E-0205-4FD5-A6CD-C29F959616D3}" dt="2026-03-31T11:50:23.665" v="2328"/>
          <ac:spMkLst>
            <pc:docMk/>
            <pc:sldMk cId="28862293" sldId="356"/>
            <ac:spMk id="4" creationId="{400481E4-C7FC-E341-8F4E-953F24F05577}"/>
          </ac:spMkLst>
        </pc:spChg>
      </pc:sldChg>
      <pc:sldChg chg="addSp delSp modSp add mod">
        <pc:chgData name="Sooyoung Kim" userId="677150d7-489d-40b5-b248-d2f23e9c2e11" providerId="ADAL" clId="{6111190E-0205-4FD5-A6CD-C29F959616D3}" dt="2026-03-31T11:52:55.600" v="2526" actId="27636"/>
        <pc:sldMkLst>
          <pc:docMk/>
          <pc:sldMk cId="1061542859" sldId="357"/>
        </pc:sldMkLst>
        <pc:spChg chg="mod">
          <ac:chgData name="Sooyoung Kim" userId="677150d7-489d-40b5-b248-d2f23e9c2e11" providerId="ADAL" clId="{6111190E-0205-4FD5-A6CD-C29F959616D3}" dt="2026-03-31T11:52:01.385" v="2439" actId="20577"/>
          <ac:spMkLst>
            <pc:docMk/>
            <pc:sldMk cId="1061542859" sldId="357"/>
            <ac:spMk id="2" creationId="{29D68E5F-1494-B53E-815D-73F22004E9A0}"/>
          </ac:spMkLst>
        </pc:spChg>
        <pc:spChg chg="add del mod">
          <ac:chgData name="Sooyoung Kim" userId="677150d7-489d-40b5-b248-d2f23e9c2e11" providerId="ADAL" clId="{6111190E-0205-4FD5-A6CD-C29F959616D3}" dt="2026-03-31T11:52:55.600" v="2526" actId="27636"/>
          <ac:spMkLst>
            <pc:docMk/>
            <pc:sldMk cId="1061542859" sldId="357"/>
            <ac:spMk id="3" creationId="{0A9E3653-54F3-2EBD-C4CB-B49528A01956}"/>
          </ac:spMkLst>
        </pc:spChg>
        <pc:spChg chg="add mod">
          <ac:chgData name="Sooyoung Kim" userId="677150d7-489d-40b5-b248-d2f23e9c2e11" providerId="ADAL" clId="{6111190E-0205-4FD5-A6CD-C29F959616D3}" dt="2026-03-31T11:51:59.409" v="2434"/>
          <ac:spMkLst>
            <pc:docMk/>
            <pc:sldMk cId="1061542859" sldId="357"/>
            <ac:spMk id="4" creationId="{3D4064CD-0904-2743-A0BE-769515CED031}"/>
          </ac:spMkLst>
        </pc:spChg>
      </pc:sldChg>
      <pc:sldChg chg="addSp delSp modSp add mod">
        <pc:chgData name="Sooyoung Kim" userId="677150d7-489d-40b5-b248-d2f23e9c2e11" providerId="ADAL" clId="{6111190E-0205-4FD5-A6CD-C29F959616D3}" dt="2026-03-31T11:56:28.327" v="2664" actId="20577"/>
        <pc:sldMkLst>
          <pc:docMk/>
          <pc:sldMk cId="1412993374" sldId="358"/>
        </pc:sldMkLst>
        <pc:spChg chg="mod">
          <ac:chgData name="Sooyoung Kim" userId="677150d7-489d-40b5-b248-d2f23e9c2e11" providerId="ADAL" clId="{6111190E-0205-4FD5-A6CD-C29F959616D3}" dt="2026-03-31T11:55:45.628" v="2619" actId="20577"/>
          <ac:spMkLst>
            <pc:docMk/>
            <pc:sldMk cId="1412993374" sldId="358"/>
            <ac:spMk id="2" creationId="{EECD4EFF-075C-AF04-601C-DB28E07F85FE}"/>
          </ac:spMkLst>
        </pc:spChg>
        <pc:spChg chg="add del mod">
          <ac:chgData name="Sooyoung Kim" userId="677150d7-489d-40b5-b248-d2f23e9c2e11" providerId="ADAL" clId="{6111190E-0205-4FD5-A6CD-C29F959616D3}" dt="2026-03-31T11:56:28.327" v="2664" actId="20577"/>
          <ac:spMkLst>
            <pc:docMk/>
            <pc:sldMk cId="1412993374" sldId="358"/>
            <ac:spMk id="3" creationId="{340F345F-0AE8-1A2C-F412-1432A83197DF}"/>
          </ac:spMkLst>
        </pc:spChg>
        <pc:spChg chg="add mod">
          <ac:chgData name="Sooyoung Kim" userId="677150d7-489d-40b5-b248-d2f23e9c2e11" providerId="ADAL" clId="{6111190E-0205-4FD5-A6CD-C29F959616D3}" dt="2026-03-31T11:53:25.218" v="2528"/>
          <ac:spMkLst>
            <pc:docMk/>
            <pc:sldMk cId="1412993374" sldId="358"/>
            <ac:spMk id="4" creationId="{EA994069-2A2F-5F4C-F761-280A0D0B20D4}"/>
          </ac:spMkLst>
        </pc:spChg>
        <pc:spChg chg="add del mod">
          <ac:chgData name="Sooyoung Kim" userId="677150d7-489d-40b5-b248-d2f23e9c2e11" providerId="ADAL" clId="{6111190E-0205-4FD5-A6CD-C29F959616D3}" dt="2026-03-31T11:55:38.991" v="2614" actId="478"/>
          <ac:spMkLst>
            <pc:docMk/>
            <pc:sldMk cId="1412993374" sldId="358"/>
            <ac:spMk id="5" creationId="{2C8F2C78-2B71-F8E8-F91D-39FEEF449559}"/>
          </ac:spMkLst>
        </pc:spChg>
      </pc:sldChg>
      <pc:sldChg chg="addSp delSp modSp new mod modClrScheme chgLayout">
        <pc:chgData name="Sooyoung Kim" userId="677150d7-489d-40b5-b248-d2f23e9c2e11" providerId="ADAL" clId="{6111190E-0205-4FD5-A6CD-C29F959616D3}" dt="2026-03-31T11:58:47.998" v="2849" actId="20577"/>
        <pc:sldMkLst>
          <pc:docMk/>
          <pc:sldMk cId="2887844567" sldId="359"/>
        </pc:sldMkLst>
        <pc:spChg chg="del mod ord">
          <ac:chgData name="Sooyoung Kim" userId="677150d7-489d-40b5-b248-d2f23e9c2e11" providerId="ADAL" clId="{6111190E-0205-4FD5-A6CD-C29F959616D3}" dt="2026-03-31T11:57:35.616" v="2671" actId="700"/>
          <ac:spMkLst>
            <pc:docMk/>
            <pc:sldMk cId="2887844567" sldId="359"/>
            <ac:spMk id="2" creationId="{C6E5F8ED-5BFE-E6CF-B877-83C82458A892}"/>
          </ac:spMkLst>
        </pc:spChg>
        <pc:spChg chg="del mod ord">
          <ac:chgData name="Sooyoung Kim" userId="677150d7-489d-40b5-b248-d2f23e9c2e11" providerId="ADAL" clId="{6111190E-0205-4FD5-A6CD-C29F959616D3}" dt="2026-03-31T11:57:35.616" v="2671" actId="700"/>
          <ac:spMkLst>
            <pc:docMk/>
            <pc:sldMk cId="2887844567" sldId="359"/>
            <ac:spMk id="3" creationId="{425BA5F7-BB1C-727B-4DCB-654FE3E721AD}"/>
          </ac:spMkLst>
        </pc:spChg>
        <pc:spChg chg="del">
          <ac:chgData name="Sooyoung Kim" userId="677150d7-489d-40b5-b248-d2f23e9c2e11" providerId="ADAL" clId="{6111190E-0205-4FD5-A6CD-C29F959616D3}" dt="2026-03-31T11:57:35.616" v="2671" actId="700"/>
          <ac:spMkLst>
            <pc:docMk/>
            <pc:sldMk cId="2887844567" sldId="359"/>
            <ac:spMk id="4" creationId="{90F43370-0303-0263-61F6-AC352F110E44}"/>
          </ac:spMkLst>
        </pc:spChg>
        <pc:spChg chg="add mod ord">
          <ac:chgData name="Sooyoung Kim" userId="677150d7-489d-40b5-b248-d2f23e9c2e11" providerId="ADAL" clId="{6111190E-0205-4FD5-A6CD-C29F959616D3}" dt="2026-03-31T11:58:47.998" v="2849" actId="20577"/>
          <ac:spMkLst>
            <pc:docMk/>
            <pc:sldMk cId="2887844567" sldId="359"/>
            <ac:spMk id="5" creationId="{664D279A-523F-FB5C-3A7C-86013C0D2A0F}"/>
          </ac:spMkLst>
        </pc:spChg>
        <pc:spChg chg="add mod ord">
          <ac:chgData name="Sooyoung Kim" userId="677150d7-489d-40b5-b248-d2f23e9c2e11" providerId="ADAL" clId="{6111190E-0205-4FD5-A6CD-C29F959616D3}" dt="2026-03-31T11:58:43.704" v="2841" actId="20577"/>
          <ac:spMkLst>
            <pc:docMk/>
            <pc:sldMk cId="2887844567" sldId="359"/>
            <ac:spMk id="6" creationId="{BCBA9C59-6B89-617E-8409-B356E1C6B121}"/>
          </ac:spMkLst>
        </pc:spChg>
      </pc:sldChg>
      <pc:sldChg chg="addSp delSp modSp new mod">
        <pc:chgData name="Sooyoung Kim" userId="677150d7-489d-40b5-b248-d2f23e9c2e11" providerId="ADAL" clId="{6111190E-0205-4FD5-A6CD-C29F959616D3}" dt="2026-03-31T12:02:02.758" v="3079" actId="1076"/>
        <pc:sldMkLst>
          <pc:docMk/>
          <pc:sldMk cId="414414063" sldId="360"/>
        </pc:sldMkLst>
        <pc:spChg chg="mod">
          <ac:chgData name="Sooyoung Kim" userId="677150d7-489d-40b5-b248-d2f23e9c2e11" providerId="ADAL" clId="{6111190E-0205-4FD5-A6CD-C29F959616D3}" dt="2026-03-31T11:59:20.279" v="2903" actId="20577"/>
          <ac:spMkLst>
            <pc:docMk/>
            <pc:sldMk cId="414414063" sldId="360"/>
            <ac:spMk id="2" creationId="{2B978574-6E73-EAD8-58D7-7CE3B0BCBF38}"/>
          </ac:spMkLst>
        </pc:spChg>
        <pc:spChg chg="del">
          <ac:chgData name="Sooyoung Kim" userId="677150d7-489d-40b5-b248-d2f23e9c2e11" providerId="ADAL" clId="{6111190E-0205-4FD5-A6CD-C29F959616D3}" dt="2026-03-31T11:59:05.602" v="2851"/>
          <ac:spMkLst>
            <pc:docMk/>
            <pc:sldMk cId="414414063" sldId="360"/>
            <ac:spMk id="3" creationId="{576767F4-A2A2-B749-EA4D-91DB8F59E74C}"/>
          </ac:spMkLst>
        </pc:spChg>
        <pc:graphicFrameChg chg="add mod modGraphic">
          <ac:chgData name="Sooyoung Kim" userId="677150d7-489d-40b5-b248-d2f23e9c2e11" providerId="ADAL" clId="{6111190E-0205-4FD5-A6CD-C29F959616D3}" dt="2026-03-31T12:02:02.758" v="3079" actId="1076"/>
          <ac:graphicFrameMkLst>
            <pc:docMk/>
            <pc:sldMk cId="414414063" sldId="360"/>
            <ac:graphicFrameMk id="4" creationId="{ECD71F82-330E-07C7-56F4-FD1D7717364C}"/>
          </ac:graphicFrameMkLst>
        </pc:graphicFrameChg>
      </pc:sldChg>
      <pc:sldChg chg="addSp modSp new mod">
        <pc:chgData name="Sooyoung Kim" userId="677150d7-489d-40b5-b248-d2f23e9c2e11" providerId="ADAL" clId="{6111190E-0205-4FD5-A6CD-C29F959616D3}" dt="2026-03-31T12:08:20.483" v="3541" actId="20577"/>
        <pc:sldMkLst>
          <pc:docMk/>
          <pc:sldMk cId="248948356" sldId="361"/>
        </pc:sldMkLst>
        <pc:spChg chg="mod">
          <ac:chgData name="Sooyoung Kim" userId="677150d7-489d-40b5-b248-d2f23e9c2e11" providerId="ADAL" clId="{6111190E-0205-4FD5-A6CD-C29F959616D3}" dt="2026-03-31T12:03:58.182" v="3143" actId="20577"/>
          <ac:spMkLst>
            <pc:docMk/>
            <pc:sldMk cId="248948356" sldId="361"/>
            <ac:spMk id="2" creationId="{582E13F6-E4AF-09BE-CA1B-4838C0CC4A95}"/>
          </ac:spMkLst>
        </pc:spChg>
        <pc:spChg chg="mod">
          <ac:chgData name="Sooyoung Kim" userId="677150d7-489d-40b5-b248-d2f23e9c2e11" providerId="ADAL" clId="{6111190E-0205-4FD5-A6CD-C29F959616D3}" dt="2026-03-31T12:07:42.448" v="3398" actId="20577"/>
          <ac:spMkLst>
            <pc:docMk/>
            <pc:sldMk cId="248948356" sldId="361"/>
            <ac:spMk id="3" creationId="{8C785B7E-D431-9CE5-95B3-62AA04B437C2}"/>
          </ac:spMkLst>
        </pc:spChg>
        <pc:graphicFrameChg chg="add mod modGraphic">
          <ac:chgData name="Sooyoung Kim" userId="677150d7-489d-40b5-b248-d2f23e9c2e11" providerId="ADAL" clId="{6111190E-0205-4FD5-A6CD-C29F959616D3}" dt="2026-03-31T12:08:20.483" v="3541" actId="20577"/>
          <ac:graphicFrameMkLst>
            <pc:docMk/>
            <pc:sldMk cId="248948356" sldId="361"/>
            <ac:graphicFrameMk id="4" creationId="{7386FF68-D2FF-3070-DEE1-60C634CABD1D}"/>
          </ac:graphicFrameMkLst>
        </pc:graphicFrameChg>
      </pc:sldChg>
      <pc:sldChg chg="modSp new mod">
        <pc:chgData name="Sooyoung Kim" userId="677150d7-489d-40b5-b248-d2f23e9c2e11" providerId="ADAL" clId="{6111190E-0205-4FD5-A6CD-C29F959616D3}" dt="2026-03-31T12:05:56.538" v="3335" actId="20577"/>
        <pc:sldMkLst>
          <pc:docMk/>
          <pc:sldMk cId="1089717912" sldId="362"/>
        </pc:sldMkLst>
        <pc:spChg chg="mod">
          <ac:chgData name="Sooyoung Kim" userId="677150d7-489d-40b5-b248-d2f23e9c2e11" providerId="ADAL" clId="{6111190E-0205-4FD5-A6CD-C29F959616D3}" dt="2026-03-31T12:05:29.467" v="3230" actId="20577"/>
          <ac:spMkLst>
            <pc:docMk/>
            <pc:sldMk cId="1089717912" sldId="362"/>
            <ac:spMk id="2" creationId="{E9DDB7C2-2579-EB00-C54F-F7668BC8DED9}"/>
          </ac:spMkLst>
        </pc:spChg>
        <pc:spChg chg="mod">
          <ac:chgData name="Sooyoung Kim" userId="677150d7-489d-40b5-b248-d2f23e9c2e11" providerId="ADAL" clId="{6111190E-0205-4FD5-A6CD-C29F959616D3}" dt="2026-03-31T12:05:56.538" v="3335" actId="20577"/>
          <ac:spMkLst>
            <pc:docMk/>
            <pc:sldMk cId="1089717912" sldId="362"/>
            <ac:spMk id="3" creationId="{32787167-304C-B4D0-E8A2-1C0427B5C9F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43777-D06B-449E-A15B-D68433EB9AFA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FC97B3-704E-4639-93A4-33B058113DFA}">
      <dgm:prSet phldrT="[Text]"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sz="1600"/>
            <a:t>Identify the needs</a:t>
          </a:r>
        </a:p>
      </dgm:t>
    </dgm:pt>
    <dgm:pt modelId="{C93F2952-4249-4C89-A9A8-687BF43F43A5}" type="parTrans" cxnId="{79A0EFEA-2490-4C61-B1CA-C78F7CDD4730}">
      <dgm:prSet/>
      <dgm:spPr/>
      <dgm:t>
        <a:bodyPr/>
        <a:lstStyle/>
        <a:p>
          <a:endParaRPr lang="en-US" sz="1600"/>
        </a:p>
      </dgm:t>
    </dgm:pt>
    <dgm:pt modelId="{56B95C75-6E5F-4977-A049-F5CA760DF9A9}" type="sibTrans" cxnId="{79A0EFEA-2490-4C61-B1CA-C78F7CDD4730}">
      <dgm:prSet/>
      <dgm:spPr/>
      <dgm:t>
        <a:bodyPr/>
        <a:lstStyle/>
        <a:p>
          <a:endParaRPr lang="en-US" sz="1600"/>
        </a:p>
      </dgm:t>
    </dgm:pt>
    <dgm:pt modelId="{0433FC0F-0773-4342-8D4B-88B8E668720F}">
      <dgm:prSet phldrT="[Text]" custT="1"/>
      <dgm:spPr/>
      <dgm:t>
        <a:bodyPr/>
        <a:lstStyle/>
        <a:p>
          <a:r>
            <a:rPr lang="en-US" sz="1600"/>
            <a:t>Identify the data</a:t>
          </a:r>
        </a:p>
      </dgm:t>
    </dgm:pt>
    <dgm:pt modelId="{A98AD458-376C-431A-843D-BFAF8334596B}" type="parTrans" cxnId="{C70463D8-4FA1-4658-B703-A8979569B035}">
      <dgm:prSet/>
      <dgm:spPr/>
      <dgm:t>
        <a:bodyPr/>
        <a:lstStyle/>
        <a:p>
          <a:endParaRPr lang="en-US" sz="1600"/>
        </a:p>
      </dgm:t>
    </dgm:pt>
    <dgm:pt modelId="{CBD7ECFA-47F9-4490-977F-07C8FDDF26C7}" type="sibTrans" cxnId="{C70463D8-4FA1-4658-B703-A8979569B035}">
      <dgm:prSet/>
      <dgm:spPr/>
      <dgm:t>
        <a:bodyPr/>
        <a:lstStyle/>
        <a:p>
          <a:endParaRPr lang="en-US" sz="1600"/>
        </a:p>
      </dgm:t>
    </dgm:pt>
    <dgm:pt modelId="{245819D9-6571-44F7-9FBB-135112E70441}">
      <dgm:prSet phldrT="[Text]" custT="1"/>
      <dgm:spPr/>
      <dgm:t>
        <a:bodyPr/>
        <a:lstStyle/>
        <a:p>
          <a:r>
            <a:rPr lang="en-US" sz="1600"/>
            <a:t>Run (automated) analyses using the data</a:t>
          </a:r>
        </a:p>
      </dgm:t>
    </dgm:pt>
    <dgm:pt modelId="{3EC06AFD-AF96-4BE4-8AF2-FCFCDE82D706}" type="parTrans" cxnId="{90DAC061-D899-479F-8A80-81FFEC6ED402}">
      <dgm:prSet/>
      <dgm:spPr/>
      <dgm:t>
        <a:bodyPr/>
        <a:lstStyle/>
        <a:p>
          <a:endParaRPr lang="en-US" sz="1600"/>
        </a:p>
      </dgm:t>
    </dgm:pt>
    <dgm:pt modelId="{95CB3CAB-02AD-4039-A51B-34C7A5E71313}" type="sibTrans" cxnId="{90DAC061-D899-479F-8A80-81FFEC6ED402}">
      <dgm:prSet/>
      <dgm:spPr/>
      <dgm:t>
        <a:bodyPr/>
        <a:lstStyle/>
        <a:p>
          <a:endParaRPr lang="en-US" sz="1600"/>
        </a:p>
      </dgm:t>
    </dgm:pt>
    <dgm:pt modelId="{20CB23D5-D586-41BE-A966-4DEF47ABC87D}">
      <dgm:prSet phldrT="[Text]" custT="1"/>
      <dgm:spPr/>
      <dgm:t>
        <a:bodyPr/>
        <a:lstStyle/>
        <a:p>
          <a:r>
            <a:rPr lang="en-US" sz="1600"/>
            <a:t>Develop analytical plans</a:t>
          </a:r>
        </a:p>
      </dgm:t>
    </dgm:pt>
    <dgm:pt modelId="{03C18915-85AE-4DCC-B732-D195CDEB065A}" type="parTrans" cxnId="{55261324-AFD3-44AB-A271-6C9BDC8F5C74}">
      <dgm:prSet/>
      <dgm:spPr/>
      <dgm:t>
        <a:bodyPr/>
        <a:lstStyle/>
        <a:p>
          <a:endParaRPr lang="en-US" sz="1600"/>
        </a:p>
      </dgm:t>
    </dgm:pt>
    <dgm:pt modelId="{B477A63E-8367-4D11-BDE8-9410D6B50A88}" type="sibTrans" cxnId="{55261324-AFD3-44AB-A271-6C9BDC8F5C74}">
      <dgm:prSet/>
      <dgm:spPr/>
      <dgm:t>
        <a:bodyPr/>
        <a:lstStyle/>
        <a:p>
          <a:endParaRPr lang="en-US" sz="1600"/>
        </a:p>
      </dgm:t>
    </dgm:pt>
    <dgm:pt modelId="{709FB69A-921D-4FC7-951E-E50553263EB7}">
      <dgm:prSet phldrT="[Text]" custT="1"/>
      <dgm:spPr/>
      <dgm:t>
        <a:bodyPr/>
        <a:lstStyle/>
        <a:p>
          <a:r>
            <a:rPr lang="en-US" sz="1600"/>
            <a:t>Develop a sustainable data flow/pipeline</a:t>
          </a:r>
        </a:p>
      </dgm:t>
    </dgm:pt>
    <dgm:pt modelId="{17BA2484-A684-41D5-8A26-3F99D976759C}" type="parTrans" cxnId="{4C3AB48A-E431-47A8-BEFA-B9EC536B8E76}">
      <dgm:prSet/>
      <dgm:spPr/>
      <dgm:t>
        <a:bodyPr/>
        <a:lstStyle/>
        <a:p>
          <a:endParaRPr lang="en-US" sz="1600"/>
        </a:p>
      </dgm:t>
    </dgm:pt>
    <dgm:pt modelId="{E190C2DB-67B5-4786-A742-33439637A1A1}" type="sibTrans" cxnId="{4C3AB48A-E431-47A8-BEFA-B9EC536B8E76}">
      <dgm:prSet/>
      <dgm:spPr/>
      <dgm:t>
        <a:bodyPr/>
        <a:lstStyle/>
        <a:p>
          <a:endParaRPr lang="en-US" sz="1600"/>
        </a:p>
      </dgm:t>
    </dgm:pt>
    <dgm:pt modelId="{CA667EB0-9A4D-4900-A907-22C2C0FC9779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1600"/>
            <a:t>Generate a routine information product</a:t>
          </a:r>
        </a:p>
      </dgm:t>
    </dgm:pt>
    <dgm:pt modelId="{FA8187B1-57CC-4F82-B8C0-6199CD1E0E8B}" type="parTrans" cxnId="{7F303C66-0F1B-4564-93D5-15866EE008CA}">
      <dgm:prSet/>
      <dgm:spPr/>
      <dgm:t>
        <a:bodyPr/>
        <a:lstStyle/>
        <a:p>
          <a:endParaRPr lang="en-US" sz="1600"/>
        </a:p>
      </dgm:t>
    </dgm:pt>
    <dgm:pt modelId="{A6DE4790-92A4-46C1-BED0-4801C6CF4EB0}" type="sibTrans" cxnId="{7F303C66-0F1B-4564-93D5-15866EE008CA}">
      <dgm:prSet/>
      <dgm:spPr/>
      <dgm:t>
        <a:bodyPr/>
        <a:lstStyle/>
        <a:p>
          <a:endParaRPr lang="en-US" sz="1600"/>
        </a:p>
      </dgm:t>
    </dgm:pt>
    <dgm:pt modelId="{FE1CF691-66AB-47EB-9A4A-B8E5A478CEA3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600"/>
            <a:t>Communicate with decision-makers</a:t>
          </a:r>
        </a:p>
      </dgm:t>
    </dgm:pt>
    <dgm:pt modelId="{8AC87A25-C27B-491D-B851-0CFF5417B911}" type="parTrans" cxnId="{86F0E7EC-1E8F-4704-8DE1-81506771368E}">
      <dgm:prSet/>
      <dgm:spPr/>
      <dgm:t>
        <a:bodyPr/>
        <a:lstStyle/>
        <a:p>
          <a:endParaRPr lang="en-US" sz="1600"/>
        </a:p>
      </dgm:t>
    </dgm:pt>
    <dgm:pt modelId="{3FF278BA-16EB-4D08-A010-02D380D496AA}" type="sibTrans" cxnId="{86F0E7EC-1E8F-4704-8DE1-81506771368E}">
      <dgm:prSet/>
      <dgm:spPr/>
      <dgm:t>
        <a:bodyPr/>
        <a:lstStyle/>
        <a:p>
          <a:endParaRPr lang="en-US" sz="1600"/>
        </a:p>
      </dgm:t>
    </dgm:pt>
    <dgm:pt modelId="{CBDE99CD-C99F-4277-9FDF-DDA800E03D6D}" type="pres">
      <dgm:prSet presAssocID="{FC143777-D06B-449E-A15B-D68433EB9AFA}" presName="Name0" presStyleCnt="0">
        <dgm:presLayoutVars>
          <dgm:dir/>
          <dgm:animLvl val="lvl"/>
          <dgm:resizeHandles val="exact"/>
        </dgm:presLayoutVars>
      </dgm:prSet>
      <dgm:spPr/>
    </dgm:pt>
    <dgm:pt modelId="{2539FAC5-08EF-435B-B8DF-C414C75C7920}" type="pres">
      <dgm:prSet presAssocID="{FE1CF691-66AB-47EB-9A4A-B8E5A478CEA3}" presName="boxAndChildren" presStyleCnt="0"/>
      <dgm:spPr/>
    </dgm:pt>
    <dgm:pt modelId="{3DCD025D-81E7-486B-B163-C8BD9B91F54B}" type="pres">
      <dgm:prSet presAssocID="{FE1CF691-66AB-47EB-9A4A-B8E5A478CEA3}" presName="parentTextBox" presStyleLbl="node1" presStyleIdx="0" presStyleCnt="7"/>
      <dgm:spPr/>
    </dgm:pt>
    <dgm:pt modelId="{CBB3C4A0-5C85-4668-AD29-1A252C4CA57E}" type="pres">
      <dgm:prSet presAssocID="{A6DE4790-92A4-46C1-BED0-4801C6CF4EB0}" presName="sp" presStyleCnt="0"/>
      <dgm:spPr/>
    </dgm:pt>
    <dgm:pt modelId="{7C6F8F95-DCC4-4754-90C6-E7B34E6C0D79}" type="pres">
      <dgm:prSet presAssocID="{CA667EB0-9A4D-4900-A907-22C2C0FC9779}" presName="arrowAndChildren" presStyleCnt="0"/>
      <dgm:spPr/>
    </dgm:pt>
    <dgm:pt modelId="{CEE605BA-4999-4893-9714-BC0E51776C02}" type="pres">
      <dgm:prSet presAssocID="{CA667EB0-9A4D-4900-A907-22C2C0FC9779}" presName="parentTextArrow" presStyleLbl="node1" presStyleIdx="1" presStyleCnt="7"/>
      <dgm:spPr/>
    </dgm:pt>
    <dgm:pt modelId="{4FD06794-D7E2-4151-BA5F-D92B9431C6C3}" type="pres">
      <dgm:prSet presAssocID="{95CB3CAB-02AD-4039-A51B-34C7A5E71313}" presName="sp" presStyleCnt="0"/>
      <dgm:spPr/>
    </dgm:pt>
    <dgm:pt modelId="{1CD19015-1387-41BD-945F-76141165F0FC}" type="pres">
      <dgm:prSet presAssocID="{245819D9-6571-44F7-9FBB-135112E70441}" presName="arrowAndChildren" presStyleCnt="0"/>
      <dgm:spPr/>
    </dgm:pt>
    <dgm:pt modelId="{B97AC8C7-6B90-48E9-952A-CC49B3E2BB6C}" type="pres">
      <dgm:prSet presAssocID="{245819D9-6571-44F7-9FBB-135112E70441}" presName="parentTextArrow" presStyleLbl="node1" presStyleIdx="2" presStyleCnt="7"/>
      <dgm:spPr/>
    </dgm:pt>
    <dgm:pt modelId="{19DAAC16-B15E-4CDD-B93A-7D0DBFCD993C}" type="pres">
      <dgm:prSet presAssocID="{E190C2DB-67B5-4786-A742-33439637A1A1}" presName="sp" presStyleCnt="0"/>
      <dgm:spPr/>
    </dgm:pt>
    <dgm:pt modelId="{A051B31E-18C6-4A93-AE4C-82192585D754}" type="pres">
      <dgm:prSet presAssocID="{709FB69A-921D-4FC7-951E-E50553263EB7}" presName="arrowAndChildren" presStyleCnt="0"/>
      <dgm:spPr/>
    </dgm:pt>
    <dgm:pt modelId="{E2E3A7E9-17E1-4E05-A038-582732BEB615}" type="pres">
      <dgm:prSet presAssocID="{709FB69A-921D-4FC7-951E-E50553263EB7}" presName="parentTextArrow" presStyleLbl="node1" presStyleIdx="3" presStyleCnt="7"/>
      <dgm:spPr/>
    </dgm:pt>
    <dgm:pt modelId="{77419CB7-59B0-4AED-84A4-328972835A79}" type="pres">
      <dgm:prSet presAssocID="{B477A63E-8367-4D11-BDE8-9410D6B50A88}" presName="sp" presStyleCnt="0"/>
      <dgm:spPr/>
    </dgm:pt>
    <dgm:pt modelId="{43DD3BCA-9B21-4EC2-9E7D-98C0B95EDC23}" type="pres">
      <dgm:prSet presAssocID="{20CB23D5-D586-41BE-A966-4DEF47ABC87D}" presName="arrowAndChildren" presStyleCnt="0"/>
      <dgm:spPr/>
    </dgm:pt>
    <dgm:pt modelId="{D6439DE0-C95B-4BAF-AAE5-1E37CD455B6F}" type="pres">
      <dgm:prSet presAssocID="{20CB23D5-D586-41BE-A966-4DEF47ABC87D}" presName="parentTextArrow" presStyleLbl="node1" presStyleIdx="4" presStyleCnt="7"/>
      <dgm:spPr/>
    </dgm:pt>
    <dgm:pt modelId="{D6581E47-23C0-4A69-8793-B53603DF80B2}" type="pres">
      <dgm:prSet presAssocID="{CBD7ECFA-47F9-4490-977F-07C8FDDF26C7}" presName="sp" presStyleCnt="0"/>
      <dgm:spPr/>
    </dgm:pt>
    <dgm:pt modelId="{75D77D85-786E-4991-A666-472896263ADB}" type="pres">
      <dgm:prSet presAssocID="{0433FC0F-0773-4342-8D4B-88B8E668720F}" presName="arrowAndChildren" presStyleCnt="0"/>
      <dgm:spPr/>
    </dgm:pt>
    <dgm:pt modelId="{6FF9E25C-BF09-4074-9708-C462277BB53A}" type="pres">
      <dgm:prSet presAssocID="{0433FC0F-0773-4342-8D4B-88B8E668720F}" presName="parentTextArrow" presStyleLbl="node1" presStyleIdx="5" presStyleCnt="7"/>
      <dgm:spPr/>
    </dgm:pt>
    <dgm:pt modelId="{71FF17AB-59E8-4E18-8324-176B8A4FA4E3}" type="pres">
      <dgm:prSet presAssocID="{56B95C75-6E5F-4977-A049-F5CA760DF9A9}" presName="sp" presStyleCnt="0"/>
      <dgm:spPr/>
    </dgm:pt>
    <dgm:pt modelId="{1917EC2C-8D50-4F3B-8440-226E0B4BC319}" type="pres">
      <dgm:prSet presAssocID="{66FC97B3-704E-4639-93A4-33B058113DFA}" presName="arrowAndChildren" presStyleCnt="0"/>
      <dgm:spPr/>
    </dgm:pt>
    <dgm:pt modelId="{E2E247B7-9765-453D-B117-F66FFDCED638}" type="pres">
      <dgm:prSet presAssocID="{66FC97B3-704E-4639-93A4-33B058113DFA}" presName="parentTextArrow" presStyleLbl="node1" presStyleIdx="6" presStyleCnt="7"/>
      <dgm:spPr/>
    </dgm:pt>
  </dgm:ptLst>
  <dgm:cxnLst>
    <dgm:cxn modelId="{D976A203-D7B5-4BC0-A113-E2396479B736}" type="presOf" srcId="{66FC97B3-704E-4639-93A4-33B058113DFA}" destId="{E2E247B7-9765-453D-B117-F66FFDCED638}" srcOrd="0" destOrd="0" presId="urn:microsoft.com/office/officeart/2005/8/layout/process4"/>
    <dgm:cxn modelId="{44CC480C-2EBF-472B-89AA-E582694DF31F}" type="presOf" srcId="{0433FC0F-0773-4342-8D4B-88B8E668720F}" destId="{6FF9E25C-BF09-4074-9708-C462277BB53A}" srcOrd="0" destOrd="0" presId="urn:microsoft.com/office/officeart/2005/8/layout/process4"/>
    <dgm:cxn modelId="{96CC1514-4DA9-4084-9F38-CD388C807543}" type="presOf" srcId="{245819D9-6571-44F7-9FBB-135112E70441}" destId="{B97AC8C7-6B90-48E9-952A-CC49B3E2BB6C}" srcOrd="0" destOrd="0" presId="urn:microsoft.com/office/officeart/2005/8/layout/process4"/>
    <dgm:cxn modelId="{55261324-AFD3-44AB-A271-6C9BDC8F5C74}" srcId="{FC143777-D06B-449E-A15B-D68433EB9AFA}" destId="{20CB23D5-D586-41BE-A966-4DEF47ABC87D}" srcOrd="2" destOrd="0" parTransId="{03C18915-85AE-4DCC-B732-D195CDEB065A}" sibTransId="{B477A63E-8367-4D11-BDE8-9410D6B50A88}"/>
    <dgm:cxn modelId="{06804537-58C1-4913-B097-D85965F152EA}" type="presOf" srcId="{FC143777-D06B-449E-A15B-D68433EB9AFA}" destId="{CBDE99CD-C99F-4277-9FDF-DDA800E03D6D}" srcOrd="0" destOrd="0" presId="urn:microsoft.com/office/officeart/2005/8/layout/process4"/>
    <dgm:cxn modelId="{90DAC061-D899-479F-8A80-81FFEC6ED402}" srcId="{FC143777-D06B-449E-A15B-D68433EB9AFA}" destId="{245819D9-6571-44F7-9FBB-135112E70441}" srcOrd="4" destOrd="0" parTransId="{3EC06AFD-AF96-4BE4-8AF2-FCFCDE82D706}" sibTransId="{95CB3CAB-02AD-4039-A51B-34C7A5E71313}"/>
    <dgm:cxn modelId="{7F303C66-0F1B-4564-93D5-15866EE008CA}" srcId="{FC143777-D06B-449E-A15B-D68433EB9AFA}" destId="{CA667EB0-9A4D-4900-A907-22C2C0FC9779}" srcOrd="5" destOrd="0" parTransId="{FA8187B1-57CC-4F82-B8C0-6199CD1E0E8B}" sibTransId="{A6DE4790-92A4-46C1-BED0-4801C6CF4EB0}"/>
    <dgm:cxn modelId="{D57E9470-8ADD-4D6E-9DA6-D69ABC8F6DFF}" type="presOf" srcId="{20CB23D5-D586-41BE-A966-4DEF47ABC87D}" destId="{D6439DE0-C95B-4BAF-AAE5-1E37CD455B6F}" srcOrd="0" destOrd="0" presId="urn:microsoft.com/office/officeart/2005/8/layout/process4"/>
    <dgm:cxn modelId="{8138D850-BD67-40D3-B7A6-39E081C771EA}" type="presOf" srcId="{FE1CF691-66AB-47EB-9A4A-B8E5A478CEA3}" destId="{3DCD025D-81E7-486B-B163-C8BD9B91F54B}" srcOrd="0" destOrd="0" presId="urn:microsoft.com/office/officeart/2005/8/layout/process4"/>
    <dgm:cxn modelId="{60875459-9E79-444A-9718-55D6BA1CBA26}" type="presOf" srcId="{CA667EB0-9A4D-4900-A907-22C2C0FC9779}" destId="{CEE605BA-4999-4893-9714-BC0E51776C02}" srcOrd="0" destOrd="0" presId="urn:microsoft.com/office/officeart/2005/8/layout/process4"/>
    <dgm:cxn modelId="{4C3AB48A-E431-47A8-BEFA-B9EC536B8E76}" srcId="{FC143777-D06B-449E-A15B-D68433EB9AFA}" destId="{709FB69A-921D-4FC7-951E-E50553263EB7}" srcOrd="3" destOrd="0" parTransId="{17BA2484-A684-41D5-8A26-3F99D976759C}" sibTransId="{E190C2DB-67B5-4786-A742-33439637A1A1}"/>
    <dgm:cxn modelId="{13E749A7-33AE-4DE8-87D8-402718803C33}" type="presOf" srcId="{709FB69A-921D-4FC7-951E-E50553263EB7}" destId="{E2E3A7E9-17E1-4E05-A038-582732BEB615}" srcOrd="0" destOrd="0" presId="urn:microsoft.com/office/officeart/2005/8/layout/process4"/>
    <dgm:cxn modelId="{C70463D8-4FA1-4658-B703-A8979569B035}" srcId="{FC143777-D06B-449E-A15B-D68433EB9AFA}" destId="{0433FC0F-0773-4342-8D4B-88B8E668720F}" srcOrd="1" destOrd="0" parTransId="{A98AD458-376C-431A-843D-BFAF8334596B}" sibTransId="{CBD7ECFA-47F9-4490-977F-07C8FDDF26C7}"/>
    <dgm:cxn modelId="{79A0EFEA-2490-4C61-B1CA-C78F7CDD4730}" srcId="{FC143777-D06B-449E-A15B-D68433EB9AFA}" destId="{66FC97B3-704E-4639-93A4-33B058113DFA}" srcOrd="0" destOrd="0" parTransId="{C93F2952-4249-4C89-A9A8-687BF43F43A5}" sibTransId="{56B95C75-6E5F-4977-A049-F5CA760DF9A9}"/>
    <dgm:cxn modelId="{86F0E7EC-1E8F-4704-8DE1-81506771368E}" srcId="{FC143777-D06B-449E-A15B-D68433EB9AFA}" destId="{FE1CF691-66AB-47EB-9A4A-B8E5A478CEA3}" srcOrd="6" destOrd="0" parTransId="{8AC87A25-C27B-491D-B851-0CFF5417B911}" sibTransId="{3FF278BA-16EB-4D08-A010-02D380D496AA}"/>
    <dgm:cxn modelId="{EC4F5E4F-7716-4AEC-A498-60AF36DB5234}" type="presParOf" srcId="{CBDE99CD-C99F-4277-9FDF-DDA800E03D6D}" destId="{2539FAC5-08EF-435B-B8DF-C414C75C7920}" srcOrd="0" destOrd="0" presId="urn:microsoft.com/office/officeart/2005/8/layout/process4"/>
    <dgm:cxn modelId="{7ED4301D-C45A-4D2A-A220-2888FCDA90F4}" type="presParOf" srcId="{2539FAC5-08EF-435B-B8DF-C414C75C7920}" destId="{3DCD025D-81E7-486B-B163-C8BD9B91F54B}" srcOrd="0" destOrd="0" presId="urn:microsoft.com/office/officeart/2005/8/layout/process4"/>
    <dgm:cxn modelId="{06508BFC-6378-4535-846B-47C6BC92E0B0}" type="presParOf" srcId="{CBDE99CD-C99F-4277-9FDF-DDA800E03D6D}" destId="{CBB3C4A0-5C85-4668-AD29-1A252C4CA57E}" srcOrd="1" destOrd="0" presId="urn:microsoft.com/office/officeart/2005/8/layout/process4"/>
    <dgm:cxn modelId="{C296A21D-4CEB-42F3-84A6-718A4E2F9012}" type="presParOf" srcId="{CBDE99CD-C99F-4277-9FDF-DDA800E03D6D}" destId="{7C6F8F95-DCC4-4754-90C6-E7B34E6C0D79}" srcOrd="2" destOrd="0" presId="urn:microsoft.com/office/officeart/2005/8/layout/process4"/>
    <dgm:cxn modelId="{3CB7DBCC-02BE-4819-B1D4-C8E16A50D87A}" type="presParOf" srcId="{7C6F8F95-DCC4-4754-90C6-E7B34E6C0D79}" destId="{CEE605BA-4999-4893-9714-BC0E51776C02}" srcOrd="0" destOrd="0" presId="urn:microsoft.com/office/officeart/2005/8/layout/process4"/>
    <dgm:cxn modelId="{0EFB35D8-6789-4DBB-B888-202FAC0D5B25}" type="presParOf" srcId="{CBDE99CD-C99F-4277-9FDF-DDA800E03D6D}" destId="{4FD06794-D7E2-4151-BA5F-D92B9431C6C3}" srcOrd="3" destOrd="0" presId="urn:microsoft.com/office/officeart/2005/8/layout/process4"/>
    <dgm:cxn modelId="{B6B8F8D2-8C2D-4B81-B1AF-743365C07AE5}" type="presParOf" srcId="{CBDE99CD-C99F-4277-9FDF-DDA800E03D6D}" destId="{1CD19015-1387-41BD-945F-76141165F0FC}" srcOrd="4" destOrd="0" presId="urn:microsoft.com/office/officeart/2005/8/layout/process4"/>
    <dgm:cxn modelId="{B2C2A800-DA68-4E44-958F-3AE818E4D1FB}" type="presParOf" srcId="{1CD19015-1387-41BD-945F-76141165F0FC}" destId="{B97AC8C7-6B90-48E9-952A-CC49B3E2BB6C}" srcOrd="0" destOrd="0" presId="urn:microsoft.com/office/officeart/2005/8/layout/process4"/>
    <dgm:cxn modelId="{610C7EA1-4362-418E-95D5-47ADBF7631B7}" type="presParOf" srcId="{CBDE99CD-C99F-4277-9FDF-DDA800E03D6D}" destId="{19DAAC16-B15E-4CDD-B93A-7D0DBFCD993C}" srcOrd="5" destOrd="0" presId="urn:microsoft.com/office/officeart/2005/8/layout/process4"/>
    <dgm:cxn modelId="{071637E2-72A0-45FE-9226-963762B542C3}" type="presParOf" srcId="{CBDE99CD-C99F-4277-9FDF-DDA800E03D6D}" destId="{A051B31E-18C6-4A93-AE4C-82192585D754}" srcOrd="6" destOrd="0" presId="urn:microsoft.com/office/officeart/2005/8/layout/process4"/>
    <dgm:cxn modelId="{5861AF01-C3E9-4CB8-BADF-E711F48965DD}" type="presParOf" srcId="{A051B31E-18C6-4A93-AE4C-82192585D754}" destId="{E2E3A7E9-17E1-4E05-A038-582732BEB615}" srcOrd="0" destOrd="0" presId="urn:microsoft.com/office/officeart/2005/8/layout/process4"/>
    <dgm:cxn modelId="{7A8CE864-F796-423A-ADA9-900A73E22B9C}" type="presParOf" srcId="{CBDE99CD-C99F-4277-9FDF-DDA800E03D6D}" destId="{77419CB7-59B0-4AED-84A4-328972835A79}" srcOrd="7" destOrd="0" presId="urn:microsoft.com/office/officeart/2005/8/layout/process4"/>
    <dgm:cxn modelId="{7A8B4620-7E61-479E-9139-85652508BDCC}" type="presParOf" srcId="{CBDE99CD-C99F-4277-9FDF-DDA800E03D6D}" destId="{43DD3BCA-9B21-4EC2-9E7D-98C0B95EDC23}" srcOrd="8" destOrd="0" presId="urn:microsoft.com/office/officeart/2005/8/layout/process4"/>
    <dgm:cxn modelId="{55D1BCB0-BA7A-4DD0-B646-5FE8FC1A8CE0}" type="presParOf" srcId="{43DD3BCA-9B21-4EC2-9E7D-98C0B95EDC23}" destId="{D6439DE0-C95B-4BAF-AAE5-1E37CD455B6F}" srcOrd="0" destOrd="0" presId="urn:microsoft.com/office/officeart/2005/8/layout/process4"/>
    <dgm:cxn modelId="{6D26C2C6-E970-4362-B981-7F8AE6624176}" type="presParOf" srcId="{CBDE99CD-C99F-4277-9FDF-DDA800E03D6D}" destId="{D6581E47-23C0-4A69-8793-B53603DF80B2}" srcOrd="9" destOrd="0" presId="urn:microsoft.com/office/officeart/2005/8/layout/process4"/>
    <dgm:cxn modelId="{5433C3E6-6FB4-415E-B0E2-1B628F1D4F0E}" type="presParOf" srcId="{CBDE99CD-C99F-4277-9FDF-DDA800E03D6D}" destId="{75D77D85-786E-4991-A666-472896263ADB}" srcOrd="10" destOrd="0" presId="urn:microsoft.com/office/officeart/2005/8/layout/process4"/>
    <dgm:cxn modelId="{FCE433A4-DF73-4BD6-B054-87899C5AE3C6}" type="presParOf" srcId="{75D77D85-786E-4991-A666-472896263ADB}" destId="{6FF9E25C-BF09-4074-9708-C462277BB53A}" srcOrd="0" destOrd="0" presId="urn:microsoft.com/office/officeart/2005/8/layout/process4"/>
    <dgm:cxn modelId="{B55406E7-684D-4A0E-A120-1CB51CCE3C36}" type="presParOf" srcId="{CBDE99CD-C99F-4277-9FDF-DDA800E03D6D}" destId="{71FF17AB-59E8-4E18-8324-176B8A4FA4E3}" srcOrd="11" destOrd="0" presId="urn:microsoft.com/office/officeart/2005/8/layout/process4"/>
    <dgm:cxn modelId="{ED8EDB76-1774-4263-B0EA-FE9E9295FF8E}" type="presParOf" srcId="{CBDE99CD-C99F-4277-9FDF-DDA800E03D6D}" destId="{1917EC2C-8D50-4F3B-8440-226E0B4BC319}" srcOrd="12" destOrd="0" presId="urn:microsoft.com/office/officeart/2005/8/layout/process4"/>
    <dgm:cxn modelId="{22BE78B9-2F16-4470-8D74-6D45BBA4B94A}" type="presParOf" srcId="{1917EC2C-8D50-4F3B-8440-226E0B4BC319}" destId="{E2E247B7-9765-453D-B117-F66FFDCED63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D025D-81E7-486B-B163-C8BD9B91F54B}">
      <dsp:nvSpPr>
        <dsp:cNvPr id="0" name=""/>
        <dsp:cNvSpPr/>
      </dsp:nvSpPr>
      <dsp:spPr>
        <a:xfrm>
          <a:off x="0" y="4758176"/>
          <a:ext cx="4448312" cy="520684"/>
        </a:xfrm>
        <a:prstGeom prst="rect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Communicate with decision-makers</a:t>
          </a:r>
        </a:p>
      </dsp:txBody>
      <dsp:txXfrm>
        <a:off x="0" y="4758176"/>
        <a:ext cx="4448312" cy="520684"/>
      </dsp:txXfrm>
    </dsp:sp>
    <dsp:sp modelId="{CEE605BA-4999-4893-9714-BC0E51776C02}">
      <dsp:nvSpPr>
        <dsp:cNvPr id="0" name=""/>
        <dsp:cNvSpPr/>
      </dsp:nvSpPr>
      <dsp:spPr>
        <a:xfrm rot="10800000">
          <a:off x="0" y="3965173"/>
          <a:ext cx="4448312" cy="800813"/>
        </a:xfrm>
        <a:prstGeom prst="upArrowCallou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Generate a routine information product</a:t>
          </a:r>
        </a:p>
      </dsp:txBody>
      <dsp:txXfrm rot="10800000">
        <a:off x="0" y="3965173"/>
        <a:ext cx="4448312" cy="520344"/>
      </dsp:txXfrm>
    </dsp:sp>
    <dsp:sp modelId="{B97AC8C7-6B90-48E9-952A-CC49B3E2BB6C}">
      <dsp:nvSpPr>
        <dsp:cNvPr id="0" name=""/>
        <dsp:cNvSpPr/>
      </dsp:nvSpPr>
      <dsp:spPr>
        <a:xfrm rot="10800000">
          <a:off x="0" y="3172170"/>
          <a:ext cx="4448312" cy="80081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(automated) analyses using the data</a:t>
          </a:r>
        </a:p>
      </dsp:txBody>
      <dsp:txXfrm rot="10800000">
        <a:off x="0" y="3172170"/>
        <a:ext cx="4448312" cy="520344"/>
      </dsp:txXfrm>
    </dsp:sp>
    <dsp:sp modelId="{E2E3A7E9-17E1-4E05-A038-582732BEB615}">
      <dsp:nvSpPr>
        <dsp:cNvPr id="0" name=""/>
        <dsp:cNvSpPr/>
      </dsp:nvSpPr>
      <dsp:spPr>
        <a:xfrm rot="10800000">
          <a:off x="0" y="2379168"/>
          <a:ext cx="4448312" cy="800813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a sustainable data flow/pipeline</a:t>
          </a:r>
        </a:p>
      </dsp:txBody>
      <dsp:txXfrm rot="10800000">
        <a:off x="0" y="2379168"/>
        <a:ext cx="4448312" cy="520344"/>
      </dsp:txXfrm>
    </dsp:sp>
    <dsp:sp modelId="{D6439DE0-C95B-4BAF-AAE5-1E37CD455B6F}">
      <dsp:nvSpPr>
        <dsp:cNvPr id="0" name=""/>
        <dsp:cNvSpPr/>
      </dsp:nvSpPr>
      <dsp:spPr>
        <a:xfrm rot="10800000">
          <a:off x="0" y="1586165"/>
          <a:ext cx="4448312" cy="800813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analytical plans</a:t>
          </a:r>
        </a:p>
      </dsp:txBody>
      <dsp:txXfrm rot="10800000">
        <a:off x="0" y="1586165"/>
        <a:ext cx="4448312" cy="520344"/>
      </dsp:txXfrm>
    </dsp:sp>
    <dsp:sp modelId="{6FF9E25C-BF09-4074-9708-C462277BB53A}">
      <dsp:nvSpPr>
        <dsp:cNvPr id="0" name=""/>
        <dsp:cNvSpPr/>
      </dsp:nvSpPr>
      <dsp:spPr>
        <a:xfrm rot="10800000">
          <a:off x="0" y="793162"/>
          <a:ext cx="4448312" cy="800813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the data</a:t>
          </a:r>
        </a:p>
      </dsp:txBody>
      <dsp:txXfrm rot="10800000">
        <a:off x="0" y="793162"/>
        <a:ext cx="4448312" cy="520344"/>
      </dsp:txXfrm>
    </dsp:sp>
    <dsp:sp modelId="{E2E247B7-9765-453D-B117-F66FFDCED638}">
      <dsp:nvSpPr>
        <dsp:cNvPr id="0" name=""/>
        <dsp:cNvSpPr/>
      </dsp:nvSpPr>
      <dsp:spPr>
        <a:xfrm rot="10800000">
          <a:off x="0" y="159"/>
          <a:ext cx="4448312" cy="800813"/>
        </a:xfrm>
        <a:prstGeom prst="upArrowCallout">
          <a:avLst/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the needs</a:t>
          </a:r>
        </a:p>
      </dsp:txBody>
      <dsp:txXfrm rot="10800000">
        <a:off x="0" y="159"/>
        <a:ext cx="4448312" cy="520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1AC15-C83C-492D-AB38-63E53CA7D01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8CE5C-6465-44B8-BC0F-C25C88228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74DD3-0A6E-4342-ADD0-5FDC4229C0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56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 a menu: your app can “order” data or actions, and the API tells the kitchen (a service) exactly what to cook and how it’ll be served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8CE5C-6465-44B8-BC0F-C25C88228D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4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396B0C2B-1108-6743-AA05-0852199B7984}"/>
              </a:ext>
            </a:extLst>
          </p:cNvPr>
          <p:cNvSpPr/>
          <p:nvPr/>
        </p:nvSpPr>
        <p:spPr>
          <a:xfrm>
            <a:off x="0" y="1"/>
            <a:ext cx="12192000" cy="5589916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74"/>
                </a:lnTo>
                <a:lnTo>
                  <a:pt x="20093629" y="11298074"/>
                </a:lnTo>
                <a:lnTo>
                  <a:pt x="20093629" y="0"/>
                </a:lnTo>
                <a:close/>
              </a:path>
            </a:pathLst>
          </a:custGeom>
          <a:solidFill>
            <a:srgbClr val="38298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6B60E7-14A6-E247-8DC8-1423F0F7F1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866695" y="327803"/>
            <a:ext cx="5003674" cy="5003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D14BDB-5E37-D349-AB74-D170B9E7A6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520" y="890677"/>
            <a:ext cx="7560000" cy="2336800"/>
          </a:xfrm>
        </p:spPr>
        <p:txBody>
          <a:bodyPr lIns="0" rIns="0" anchor="b">
            <a:normAutofit/>
          </a:bodyPr>
          <a:lstStyle>
            <a:lvl1pPr algn="l">
              <a:defRPr sz="5000" b="1" i="0" cap="all" spc="-8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Presentation title goes in this box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A3D86-63D8-8243-A651-9B2EF8EF1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519" y="3360707"/>
            <a:ext cx="7560000" cy="1464128"/>
          </a:xfrm>
        </p:spPr>
        <p:txBody>
          <a:bodyPr lIns="0" rIns="0"/>
          <a:lstStyle>
            <a:lvl1pPr marL="0" indent="0" algn="l">
              <a:buNone/>
              <a:defRPr sz="3000" b="1" i="0" spc="-1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 goes here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3B12DAB-C068-2C41-A9E1-99A76C77EC4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71140" y="6011994"/>
            <a:ext cx="3086405" cy="609113"/>
          </a:xfrm>
        </p:spPr>
        <p:txBody>
          <a:bodyPr lIns="0" tIns="0" rIns="0" bIns="0" anchor="t"/>
          <a:lstStyle>
            <a:lvl1pPr marL="0" indent="0">
              <a:lnSpc>
                <a:spcPct val="70000"/>
              </a:lnSpc>
              <a:buNone/>
              <a:defRPr sz="1600" b="0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Presenter information here</a:t>
            </a:r>
          </a:p>
          <a:p>
            <a:pPr lvl="0"/>
            <a:r>
              <a:rPr lang="en-US"/>
              <a:t>Month XX, Year</a:t>
            </a:r>
          </a:p>
        </p:txBody>
      </p:sp>
      <p:pic>
        <p:nvPicPr>
          <p:cNvPr id="11" name="Picture 10" descr="Logo&#10;&#10;Description automatically generated with medium confidence">
            <a:extLst>
              <a:ext uri="{FF2B5EF4-FFF2-40B4-BE49-F238E27FC236}">
                <a16:creationId xmlns:a16="http://schemas.microsoft.com/office/drawing/2014/main" id="{FC72F3C0-FB43-6F49-92DA-F0FAAB534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57" y="5627756"/>
            <a:ext cx="2737828" cy="1195738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BF94DD61-A0A0-A280-39DA-F8168FCBEB1D}"/>
              </a:ext>
            </a:extLst>
          </p:cNvPr>
          <p:cNvSpPr/>
          <p:nvPr/>
        </p:nvSpPr>
        <p:spPr>
          <a:xfrm>
            <a:off x="0" y="1"/>
            <a:ext cx="12192000" cy="5589916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74"/>
                </a:lnTo>
                <a:lnTo>
                  <a:pt x="20093629" y="11298074"/>
                </a:lnTo>
                <a:lnTo>
                  <a:pt x="20093629" y="0"/>
                </a:lnTo>
                <a:close/>
              </a:path>
            </a:pathLst>
          </a:custGeom>
          <a:solidFill>
            <a:srgbClr val="38298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E0B16-7FA2-118F-1C82-925A99FA9A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866695" y="327803"/>
            <a:ext cx="5003674" cy="5003322"/>
          </a:xfrm>
          <a:prstGeom prst="rect">
            <a:avLst/>
          </a:prstGeom>
        </p:spPr>
      </p:pic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3182939C-752A-918B-5563-C69BAE255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57" y="5627756"/>
            <a:ext cx="2737828" cy="11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4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BAFEB3F8-5A9E-9B40-B7CC-23679AF3CC01}"/>
              </a:ext>
            </a:extLst>
          </p:cNvPr>
          <p:cNvSpPr/>
          <p:nvPr/>
        </p:nvSpPr>
        <p:spPr>
          <a:xfrm>
            <a:off x="0" y="638355"/>
            <a:ext cx="12192000" cy="6219645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74"/>
                </a:lnTo>
                <a:lnTo>
                  <a:pt x="20093629" y="11298074"/>
                </a:lnTo>
                <a:lnTo>
                  <a:pt x="20093629" y="0"/>
                </a:lnTo>
                <a:close/>
              </a:path>
            </a:pathLst>
          </a:custGeom>
          <a:solidFill>
            <a:srgbClr val="38298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93197-5567-6843-A276-9C9BF9E62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48745"/>
            <a:ext cx="7777312" cy="2757759"/>
          </a:xfrm>
        </p:spPr>
        <p:txBody>
          <a:bodyPr lIns="0" rIns="90000" anchor="b">
            <a:normAutofit/>
          </a:bodyPr>
          <a:lstStyle>
            <a:lvl1pPr>
              <a:defRPr sz="5000" b="1" i="0" cap="all" spc="-8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03237-C55D-7C47-80FD-E1D1D5F524A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732584"/>
            <a:ext cx="7777312" cy="1753211"/>
          </a:xfrm>
        </p:spPr>
        <p:txBody>
          <a:bodyPr lIns="0" rIns="90000"/>
          <a:lstStyle>
            <a:lvl1pPr marL="0" indent="0">
              <a:buNone/>
              <a:defRPr sz="3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152064-06ED-9C4F-B17D-6959D9252D5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E817299-3215-6E47-B01E-3408D4C29835}"/>
              </a:ext>
            </a:extLst>
          </p:cNvPr>
          <p:cNvGrpSpPr/>
          <p:nvPr/>
        </p:nvGrpSpPr>
        <p:grpSpPr>
          <a:xfrm>
            <a:off x="6105351" y="822275"/>
            <a:ext cx="5850860" cy="5850426"/>
            <a:chOff x="640282" y="738004"/>
            <a:chExt cx="6415961" cy="6415935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D7314FD4-21D9-2E4E-B73F-301B350E7835}"/>
                </a:ext>
              </a:extLst>
            </p:cNvPr>
            <p:cNvSpPr/>
            <p:nvPr/>
          </p:nvSpPr>
          <p:spPr>
            <a:xfrm>
              <a:off x="640301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662299E3-FD93-E54E-9011-1A7E161D8DA4}"/>
                </a:ext>
              </a:extLst>
            </p:cNvPr>
            <p:cNvSpPr/>
            <p:nvPr/>
          </p:nvSpPr>
          <p:spPr>
            <a:xfrm>
              <a:off x="640282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CEDFDF3B-E992-9C45-B83C-DB708D0BC227}"/>
                </a:ext>
              </a:extLst>
            </p:cNvPr>
            <p:cNvSpPr/>
            <p:nvPr/>
          </p:nvSpPr>
          <p:spPr>
            <a:xfrm>
              <a:off x="640282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2" y="914150"/>
                  </a:lnTo>
                  <a:lnTo>
                    <a:pt x="550603" y="907206"/>
                  </a:lnTo>
                  <a:lnTo>
                    <a:pt x="594520" y="895913"/>
                  </a:lnTo>
                  <a:lnTo>
                    <a:pt x="636623" y="880503"/>
                  </a:lnTo>
                  <a:lnTo>
                    <a:pt x="676682" y="861205"/>
                  </a:lnTo>
                  <a:lnTo>
                    <a:pt x="714465" y="838251"/>
                  </a:lnTo>
                  <a:lnTo>
                    <a:pt x="749743" y="811870"/>
                  </a:lnTo>
                  <a:lnTo>
                    <a:pt x="782286" y="782292"/>
                  </a:lnTo>
                  <a:lnTo>
                    <a:pt x="811863" y="749749"/>
                  </a:lnTo>
                  <a:lnTo>
                    <a:pt x="838243" y="714471"/>
                  </a:lnTo>
                  <a:lnTo>
                    <a:pt x="861197" y="676687"/>
                  </a:lnTo>
                  <a:lnTo>
                    <a:pt x="880494" y="636629"/>
                  </a:lnTo>
                  <a:lnTo>
                    <a:pt x="895903" y="594527"/>
                  </a:lnTo>
                  <a:lnTo>
                    <a:pt x="907196" y="550611"/>
                  </a:lnTo>
                  <a:lnTo>
                    <a:pt x="914140" y="505111"/>
                  </a:lnTo>
                  <a:lnTo>
                    <a:pt x="916506" y="458258"/>
                  </a:lnTo>
                  <a:lnTo>
                    <a:pt x="914140" y="411405"/>
                  </a:lnTo>
                  <a:lnTo>
                    <a:pt x="907196" y="365905"/>
                  </a:lnTo>
                  <a:lnTo>
                    <a:pt x="895903" y="321989"/>
                  </a:lnTo>
                  <a:lnTo>
                    <a:pt x="880494" y="279886"/>
                  </a:lnTo>
                  <a:lnTo>
                    <a:pt x="861197" y="239828"/>
                  </a:lnTo>
                  <a:lnTo>
                    <a:pt x="838243" y="202045"/>
                  </a:lnTo>
                  <a:lnTo>
                    <a:pt x="811863" y="166766"/>
                  </a:lnTo>
                  <a:lnTo>
                    <a:pt x="782286" y="134223"/>
                  </a:lnTo>
                  <a:lnTo>
                    <a:pt x="749743" y="104646"/>
                  </a:lnTo>
                  <a:lnTo>
                    <a:pt x="714465" y="78265"/>
                  </a:lnTo>
                  <a:lnTo>
                    <a:pt x="676682" y="55310"/>
                  </a:lnTo>
                  <a:lnTo>
                    <a:pt x="636623" y="36013"/>
                  </a:lnTo>
                  <a:lnTo>
                    <a:pt x="594520" y="20603"/>
                  </a:lnTo>
                  <a:lnTo>
                    <a:pt x="550603" y="9310"/>
                  </a:lnTo>
                  <a:lnTo>
                    <a:pt x="505102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CA359836-475D-C246-BCA6-B656A0694C8F}"/>
                </a:ext>
              </a:extLst>
            </p:cNvPr>
            <p:cNvSpPr/>
            <p:nvPr/>
          </p:nvSpPr>
          <p:spPr>
            <a:xfrm>
              <a:off x="640282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2" y="914140"/>
                  </a:lnTo>
                  <a:lnTo>
                    <a:pt x="550603" y="907196"/>
                  </a:lnTo>
                  <a:lnTo>
                    <a:pt x="594520" y="895903"/>
                  </a:lnTo>
                  <a:lnTo>
                    <a:pt x="636623" y="880494"/>
                  </a:lnTo>
                  <a:lnTo>
                    <a:pt x="676682" y="861197"/>
                  </a:lnTo>
                  <a:lnTo>
                    <a:pt x="714465" y="838243"/>
                  </a:lnTo>
                  <a:lnTo>
                    <a:pt x="749743" y="811863"/>
                  </a:lnTo>
                  <a:lnTo>
                    <a:pt x="782286" y="782286"/>
                  </a:lnTo>
                  <a:lnTo>
                    <a:pt x="811863" y="749743"/>
                  </a:lnTo>
                  <a:lnTo>
                    <a:pt x="838243" y="714465"/>
                  </a:lnTo>
                  <a:lnTo>
                    <a:pt x="861197" y="676682"/>
                  </a:lnTo>
                  <a:lnTo>
                    <a:pt x="880494" y="636623"/>
                  </a:lnTo>
                  <a:lnTo>
                    <a:pt x="895903" y="594520"/>
                  </a:lnTo>
                  <a:lnTo>
                    <a:pt x="907196" y="550603"/>
                  </a:lnTo>
                  <a:lnTo>
                    <a:pt x="914140" y="505102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3AD7BF20-D627-2141-9BDF-A666E94907B7}"/>
                </a:ext>
              </a:extLst>
            </p:cNvPr>
            <p:cNvSpPr/>
            <p:nvPr/>
          </p:nvSpPr>
          <p:spPr>
            <a:xfrm>
              <a:off x="640282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BFB3B089-EA7B-C04B-BC6B-89BFD0A15D1B}"/>
                </a:ext>
              </a:extLst>
            </p:cNvPr>
            <p:cNvSpPr/>
            <p:nvPr/>
          </p:nvSpPr>
          <p:spPr>
            <a:xfrm>
              <a:off x="2015040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5F420659-5FE4-0042-A729-0BDD83127476}"/>
                </a:ext>
              </a:extLst>
            </p:cNvPr>
            <p:cNvSpPr/>
            <p:nvPr/>
          </p:nvSpPr>
          <p:spPr>
            <a:xfrm>
              <a:off x="2015040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3221B344-03C5-2F49-8FE4-8E23A391BB92}"/>
                </a:ext>
              </a:extLst>
            </p:cNvPr>
            <p:cNvSpPr/>
            <p:nvPr/>
          </p:nvSpPr>
          <p:spPr>
            <a:xfrm>
              <a:off x="2015040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7E58A625-359A-5F41-ADFC-819C2D01BB75}"/>
                </a:ext>
              </a:extLst>
            </p:cNvPr>
            <p:cNvSpPr/>
            <p:nvPr/>
          </p:nvSpPr>
          <p:spPr>
            <a:xfrm>
              <a:off x="2015040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09128FDD-BDB6-704D-AB91-520AF434B18D}"/>
                </a:ext>
              </a:extLst>
            </p:cNvPr>
            <p:cNvSpPr/>
            <p:nvPr/>
          </p:nvSpPr>
          <p:spPr>
            <a:xfrm>
              <a:off x="2015040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A99FFD27-65F8-B044-B355-771EAB10C06E}"/>
                </a:ext>
              </a:extLst>
            </p:cNvPr>
            <p:cNvSpPr/>
            <p:nvPr/>
          </p:nvSpPr>
          <p:spPr>
            <a:xfrm>
              <a:off x="3389794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9AB024C4-CFA1-804F-A7E6-C0D5EF3E8DD1}"/>
                </a:ext>
              </a:extLst>
            </p:cNvPr>
            <p:cNvSpPr/>
            <p:nvPr/>
          </p:nvSpPr>
          <p:spPr>
            <a:xfrm>
              <a:off x="3389794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18DCE39-70D7-8D4F-82BA-27940B75D4A2}"/>
                </a:ext>
              </a:extLst>
            </p:cNvPr>
            <p:cNvSpPr/>
            <p:nvPr/>
          </p:nvSpPr>
          <p:spPr>
            <a:xfrm>
              <a:off x="3389794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37FEED80-05EF-1748-8245-F53BAADCDA12}"/>
                </a:ext>
              </a:extLst>
            </p:cNvPr>
            <p:cNvSpPr/>
            <p:nvPr/>
          </p:nvSpPr>
          <p:spPr>
            <a:xfrm>
              <a:off x="3389794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972506CC-4EC6-D341-8D39-990A7A58FCC9}"/>
                </a:ext>
              </a:extLst>
            </p:cNvPr>
            <p:cNvSpPr/>
            <p:nvPr/>
          </p:nvSpPr>
          <p:spPr>
            <a:xfrm>
              <a:off x="3389794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55E07A7D-474C-AE42-AE38-918A227FAF29}"/>
                </a:ext>
              </a:extLst>
            </p:cNvPr>
            <p:cNvSpPr/>
            <p:nvPr/>
          </p:nvSpPr>
          <p:spPr>
            <a:xfrm>
              <a:off x="476454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5758A701-F56E-4243-9E14-E3C4BEA4B9C4}"/>
                </a:ext>
              </a:extLst>
            </p:cNvPr>
            <p:cNvSpPr/>
            <p:nvPr/>
          </p:nvSpPr>
          <p:spPr>
            <a:xfrm>
              <a:off x="476454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33665F77-1F2C-8F47-AE03-708263EA888B}"/>
                </a:ext>
              </a:extLst>
            </p:cNvPr>
            <p:cNvSpPr/>
            <p:nvPr/>
          </p:nvSpPr>
          <p:spPr>
            <a:xfrm>
              <a:off x="476454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CF838D54-98CF-2740-B58D-6964018D7CFE}"/>
                </a:ext>
              </a:extLst>
            </p:cNvPr>
            <p:cNvSpPr/>
            <p:nvPr/>
          </p:nvSpPr>
          <p:spPr>
            <a:xfrm>
              <a:off x="476454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1B758255-D7BD-0541-B55C-FADCB3A0ED55}"/>
                </a:ext>
              </a:extLst>
            </p:cNvPr>
            <p:cNvSpPr/>
            <p:nvPr/>
          </p:nvSpPr>
          <p:spPr>
            <a:xfrm>
              <a:off x="476454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0" name="object 23">
              <a:extLst>
                <a:ext uri="{FF2B5EF4-FFF2-40B4-BE49-F238E27FC236}">
                  <a16:creationId xmlns:a16="http://schemas.microsoft.com/office/drawing/2014/main" id="{07FC1891-1D59-AE4D-8B0F-AE0549C88890}"/>
                </a:ext>
              </a:extLst>
            </p:cNvPr>
            <p:cNvSpPr/>
            <p:nvPr/>
          </p:nvSpPr>
          <p:spPr>
            <a:xfrm>
              <a:off x="613930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1" name="object 24">
              <a:extLst>
                <a:ext uri="{FF2B5EF4-FFF2-40B4-BE49-F238E27FC236}">
                  <a16:creationId xmlns:a16="http://schemas.microsoft.com/office/drawing/2014/main" id="{922A9EA7-2EB6-764C-B9A6-88A88AD8F4C4}"/>
                </a:ext>
              </a:extLst>
            </p:cNvPr>
            <p:cNvSpPr/>
            <p:nvPr/>
          </p:nvSpPr>
          <p:spPr>
            <a:xfrm>
              <a:off x="613930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2" name="object 25">
              <a:extLst>
                <a:ext uri="{FF2B5EF4-FFF2-40B4-BE49-F238E27FC236}">
                  <a16:creationId xmlns:a16="http://schemas.microsoft.com/office/drawing/2014/main" id="{62587B44-B9E1-3140-BE1D-58A6C8D3B0B4}"/>
                </a:ext>
              </a:extLst>
            </p:cNvPr>
            <p:cNvSpPr/>
            <p:nvPr/>
          </p:nvSpPr>
          <p:spPr>
            <a:xfrm>
              <a:off x="613930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6"/>
                  </a:lnTo>
                  <a:lnTo>
                    <a:pt x="365885" y="9310"/>
                  </a:lnTo>
                  <a:lnTo>
                    <a:pt x="321970" y="20603"/>
                  </a:lnTo>
                  <a:lnTo>
                    <a:pt x="279869" y="36013"/>
                  </a:lnTo>
                  <a:lnTo>
                    <a:pt x="239812" y="55310"/>
                  </a:lnTo>
                  <a:lnTo>
                    <a:pt x="202030" y="78265"/>
                  </a:lnTo>
                  <a:lnTo>
                    <a:pt x="166754" y="104646"/>
                  </a:lnTo>
                  <a:lnTo>
                    <a:pt x="134213" y="134223"/>
                  </a:lnTo>
                  <a:lnTo>
                    <a:pt x="104637" y="166766"/>
                  </a:lnTo>
                  <a:lnTo>
                    <a:pt x="78258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8" y="714471"/>
                  </a:lnTo>
                  <a:lnTo>
                    <a:pt x="104637" y="749749"/>
                  </a:lnTo>
                  <a:lnTo>
                    <a:pt x="134213" y="782292"/>
                  </a:lnTo>
                  <a:lnTo>
                    <a:pt x="166754" y="811870"/>
                  </a:lnTo>
                  <a:lnTo>
                    <a:pt x="202030" y="838251"/>
                  </a:lnTo>
                  <a:lnTo>
                    <a:pt x="239812" y="861205"/>
                  </a:lnTo>
                  <a:lnTo>
                    <a:pt x="279869" y="880503"/>
                  </a:lnTo>
                  <a:lnTo>
                    <a:pt x="321970" y="895913"/>
                  </a:lnTo>
                  <a:lnTo>
                    <a:pt x="365885" y="907206"/>
                  </a:lnTo>
                  <a:lnTo>
                    <a:pt x="411384" y="914150"/>
                  </a:lnTo>
                  <a:lnTo>
                    <a:pt x="458237" y="916516"/>
                  </a:lnTo>
                  <a:lnTo>
                    <a:pt x="505092" y="914150"/>
                  </a:lnTo>
                  <a:lnTo>
                    <a:pt x="550593" y="907206"/>
                  </a:lnTo>
                  <a:lnTo>
                    <a:pt x="594510" y="895913"/>
                  </a:lnTo>
                  <a:lnTo>
                    <a:pt x="636613" y="880503"/>
                  </a:lnTo>
                  <a:lnTo>
                    <a:pt x="676671" y="861205"/>
                  </a:lnTo>
                  <a:lnTo>
                    <a:pt x="714455" y="838251"/>
                  </a:lnTo>
                  <a:lnTo>
                    <a:pt x="749733" y="811870"/>
                  </a:lnTo>
                  <a:lnTo>
                    <a:pt x="782275" y="782292"/>
                  </a:lnTo>
                  <a:lnTo>
                    <a:pt x="811852" y="749749"/>
                  </a:lnTo>
                  <a:lnTo>
                    <a:pt x="838233" y="714471"/>
                  </a:lnTo>
                  <a:lnTo>
                    <a:pt x="861186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6" y="239828"/>
                  </a:lnTo>
                  <a:lnTo>
                    <a:pt x="838233" y="202045"/>
                  </a:lnTo>
                  <a:lnTo>
                    <a:pt x="811852" y="166766"/>
                  </a:lnTo>
                  <a:lnTo>
                    <a:pt x="782275" y="134223"/>
                  </a:lnTo>
                  <a:lnTo>
                    <a:pt x="749733" y="104646"/>
                  </a:lnTo>
                  <a:lnTo>
                    <a:pt x="714455" y="78265"/>
                  </a:lnTo>
                  <a:lnTo>
                    <a:pt x="676671" y="55310"/>
                  </a:lnTo>
                  <a:lnTo>
                    <a:pt x="636613" y="36013"/>
                  </a:lnTo>
                  <a:lnTo>
                    <a:pt x="594510" y="20603"/>
                  </a:lnTo>
                  <a:lnTo>
                    <a:pt x="550593" y="9310"/>
                  </a:lnTo>
                  <a:lnTo>
                    <a:pt x="505092" y="2366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3" name="object 26">
              <a:extLst>
                <a:ext uri="{FF2B5EF4-FFF2-40B4-BE49-F238E27FC236}">
                  <a16:creationId xmlns:a16="http://schemas.microsoft.com/office/drawing/2014/main" id="{040D4B59-8169-0743-8ADA-085DA094FAB9}"/>
                </a:ext>
              </a:extLst>
            </p:cNvPr>
            <p:cNvSpPr/>
            <p:nvPr/>
          </p:nvSpPr>
          <p:spPr>
            <a:xfrm>
              <a:off x="613930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4" name="object 27">
              <a:extLst>
                <a:ext uri="{FF2B5EF4-FFF2-40B4-BE49-F238E27FC236}">
                  <a16:creationId xmlns:a16="http://schemas.microsoft.com/office/drawing/2014/main" id="{87DD3191-EA99-B74E-9A06-58B7C46637B1}"/>
                </a:ext>
              </a:extLst>
            </p:cNvPr>
            <p:cNvSpPr/>
            <p:nvPr/>
          </p:nvSpPr>
          <p:spPr>
            <a:xfrm>
              <a:off x="613930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</p:grp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DAEC170-E91D-D842-8DB8-E59AA01E29D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43663" y="106430"/>
            <a:ext cx="11355410" cy="428829"/>
          </a:xfrm>
        </p:spPr>
        <p:txBody>
          <a:bodyPr lIns="0" rIns="90000">
            <a:normAutofit/>
          </a:bodyPr>
          <a:lstStyle>
            <a:lvl1pPr marL="0" indent="0">
              <a:buNone/>
              <a:defRPr sz="16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Title of presentation here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C183208-186A-309C-0891-10C5C99B0668}"/>
              </a:ext>
            </a:extLst>
          </p:cNvPr>
          <p:cNvSpPr/>
          <p:nvPr/>
        </p:nvSpPr>
        <p:spPr>
          <a:xfrm>
            <a:off x="0" y="638355"/>
            <a:ext cx="12192000" cy="6219645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74"/>
                </a:lnTo>
                <a:lnTo>
                  <a:pt x="20093629" y="11298074"/>
                </a:lnTo>
                <a:lnTo>
                  <a:pt x="20093629" y="0"/>
                </a:lnTo>
                <a:close/>
              </a:path>
            </a:pathLst>
          </a:custGeom>
          <a:solidFill>
            <a:srgbClr val="38298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46F25-2A1B-091D-8F08-619F81B26D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75C1447-2464-6721-C84A-972018A25274}"/>
              </a:ext>
            </a:extLst>
          </p:cNvPr>
          <p:cNvGrpSpPr/>
          <p:nvPr/>
        </p:nvGrpSpPr>
        <p:grpSpPr>
          <a:xfrm>
            <a:off x="6105351" y="822275"/>
            <a:ext cx="5850860" cy="5850426"/>
            <a:chOff x="640282" y="738004"/>
            <a:chExt cx="6415961" cy="6415935"/>
          </a:xfrm>
        </p:grpSpPr>
        <p:sp>
          <p:nvSpPr>
            <p:cNvPr id="36" name="object 3">
              <a:extLst>
                <a:ext uri="{FF2B5EF4-FFF2-40B4-BE49-F238E27FC236}">
                  <a16:creationId xmlns:a16="http://schemas.microsoft.com/office/drawing/2014/main" id="{5FFFCEB9-9739-F1DF-7225-DAACD66EF4D8}"/>
                </a:ext>
              </a:extLst>
            </p:cNvPr>
            <p:cNvSpPr/>
            <p:nvPr/>
          </p:nvSpPr>
          <p:spPr>
            <a:xfrm>
              <a:off x="640301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7" name="object 4">
              <a:extLst>
                <a:ext uri="{FF2B5EF4-FFF2-40B4-BE49-F238E27FC236}">
                  <a16:creationId xmlns:a16="http://schemas.microsoft.com/office/drawing/2014/main" id="{A562C71B-5A60-15BF-3528-BE95A52F997A}"/>
                </a:ext>
              </a:extLst>
            </p:cNvPr>
            <p:cNvSpPr/>
            <p:nvPr/>
          </p:nvSpPr>
          <p:spPr>
            <a:xfrm>
              <a:off x="640282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413245A1-AEDF-0E7F-D030-739A6A510CE2}"/>
                </a:ext>
              </a:extLst>
            </p:cNvPr>
            <p:cNvSpPr/>
            <p:nvPr/>
          </p:nvSpPr>
          <p:spPr>
            <a:xfrm>
              <a:off x="640282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2" y="914150"/>
                  </a:lnTo>
                  <a:lnTo>
                    <a:pt x="550603" y="907206"/>
                  </a:lnTo>
                  <a:lnTo>
                    <a:pt x="594520" y="895913"/>
                  </a:lnTo>
                  <a:lnTo>
                    <a:pt x="636623" y="880503"/>
                  </a:lnTo>
                  <a:lnTo>
                    <a:pt x="676682" y="861205"/>
                  </a:lnTo>
                  <a:lnTo>
                    <a:pt x="714465" y="838251"/>
                  </a:lnTo>
                  <a:lnTo>
                    <a:pt x="749743" y="811870"/>
                  </a:lnTo>
                  <a:lnTo>
                    <a:pt x="782286" y="782292"/>
                  </a:lnTo>
                  <a:lnTo>
                    <a:pt x="811863" y="749749"/>
                  </a:lnTo>
                  <a:lnTo>
                    <a:pt x="838243" y="714471"/>
                  </a:lnTo>
                  <a:lnTo>
                    <a:pt x="861197" y="676687"/>
                  </a:lnTo>
                  <a:lnTo>
                    <a:pt x="880494" y="636629"/>
                  </a:lnTo>
                  <a:lnTo>
                    <a:pt x="895903" y="594527"/>
                  </a:lnTo>
                  <a:lnTo>
                    <a:pt x="907196" y="550611"/>
                  </a:lnTo>
                  <a:lnTo>
                    <a:pt x="914140" y="505111"/>
                  </a:lnTo>
                  <a:lnTo>
                    <a:pt x="916506" y="458258"/>
                  </a:lnTo>
                  <a:lnTo>
                    <a:pt x="914140" y="411405"/>
                  </a:lnTo>
                  <a:lnTo>
                    <a:pt x="907196" y="365905"/>
                  </a:lnTo>
                  <a:lnTo>
                    <a:pt x="895903" y="321989"/>
                  </a:lnTo>
                  <a:lnTo>
                    <a:pt x="880494" y="279886"/>
                  </a:lnTo>
                  <a:lnTo>
                    <a:pt x="861197" y="239828"/>
                  </a:lnTo>
                  <a:lnTo>
                    <a:pt x="838243" y="202045"/>
                  </a:lnTo>
                  <a:lnTo>
                    <a:pt x="811863" y="166766"/>
                  </a:lnTo>
                  <a:lnTo>
                    <a:pt x="782286" y="134223"/>
                  </a:lnTo>
                  <a:lnTo>
                    <a:pt x="749743" y="104646"/>
                  </a:lnTo>
                  <a:lnTo>
                    <a:pt x="714465" y="78265"/>
                  </a:lnTo>
                  <a:lnTo>
                    <a:pt x="676682" y="55310"/>
                  </a:lnTo>
                  <a:lnTo>
                    <a:pt x="636623" y="36013"/>
                  </a:lnTo>
                  <a:lnTo>
                    <a:pt x="594520" y="20603"/>
                  </a:lnTo>
                  <a:lnTo>
                    <a:pt x="550603" y="9310"/>
                  </a:lnTo>
                  <a:lnTo>
                    <a:pt x="505102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9" name="object 6">
              <a:extLst>
                <a:ext uri="{FF2B5EF4-FFF2-40B4-BE49-F238E27FC236}">
                  <a16:creationId xmlns:a16="http://schemas.microsoft.com/office/drawing/2014/main" id="{F74F9B71-87E1-FDBC-56AE-A48273D1F212}"/>
                </a:ext>
              </a:extLst>
            </p:cNvPr>
            <p:cNvSpPr/>
            <p:nvPr/>
          </p:nvSpPr>
          <p:spPr>
            <a:xfrm>
              <a:off x="640282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2" y="914140"/>
                  </a:lnTo>
                  <a:lnTo>
                    <a:pt x="550603" y="907196"/>
                  </a:lnTo>
                  <a:lnTo>
                    <a:pt x="594520" y="895903"/>
                  </a:lnTo>
                  <a:lnTo>
                    <a:pt x="636623" y="880494"/>
                  </a:lnTo>
                  <a:lnTo>
                    <a:pt x="676682" y="861197"/>
                  </a:lnTo>
                  <a:lnTo>
                    <a:pt x="714465" y="838243"/>
                  </a:lnTo>
                  <a:lnTo>
                    <a:pt x="749743" y="811863"/>
                  </a:lnTo>
                  <a:lnTo>
                    <a:pt x="782286" y="782286"/>
                  </a:lnTo>
                  <a:lnTo>
                    <a:pt x="811863" y="749743"/>
                  </a:lnTo>
                  <a:lnTo>
                    <a:pt x="838243" y="714465"/>
                  </a:lnTo>
                  <a:lnTo>
                    <a:pt x="861197" y="676682"/>
                  </a:lnTo>
                  <a:lnTo>
                    <a:pt x="880494" y="636623"/>
                  </a:lnTo>
                  <a:lnTo>
                    <a:pt x="895903" y="594520"/>
                  </a:lnTo>
                  <a:lnTo>
                    <a:pt x="907196" y="550603"/>
                  </a:lnTo>
                  <a:lnTo>
                    <a:pt x="914140" y="505102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0" name="object 7">
              <a:extLst>
                <a:ext uri="{FF2B5EF4-FFF2-40B4-BE49-F238E27FC236}">
                  <a16:creationId xmlns:a16="http://schemas.microsoft.com/office/drawing/2014/main" id="{0FF5A8B5-B633-39CD-8BDD-315F12F75C7F}"/>
                </a:ext>
              </a:extLst>
            </p:cNvPr>
            <p:cNvSpPr/>
            <p:nvPr/>
          </p:nvSpPr>
          <p:spPr>
            <a:xfrm>
              <a:off x="640282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1" name="object 8">
              <a:extLst>
                <a:ext uri="{FF2B5EF4-FFF2-40B4-BE49-F238E27FC236}">
                  <a16:creationId xmlns:a16="http://schemas.microsoft.com/office/drawing/2014/main" id="{895E5C7D-A48A-A547-A74F-4D8DBAD2331F}"/>
                </a:ext>
              </a:extLst>
            </p:cNvPr>
            <p:cNvSpPr/>
            <p:nvPr/>
          </p:nvSpPr>
          <p:spPr>
            <a:xfrm>
              <a:off x="2015040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66455174-C7B5-1BB5-F576-27DD7732760D}"/>
                </a:ext>
              </a:extLst>
            </p:cNvPr>
            <p:cNvSpPr/>
            <p:nvPr/>
          </p:nvSpPr>
          <p:spPr>
            <a:xfrm>
              <a:off x="2015040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3" name="object 10">
              <a:extLst>
                <a:ext uri="{FF2B5EF4-FFF2-40B4-BE49-F238E27FC236}">
                  <a16:creationId xmlns:a16="http://schemas.microsoft.com/office/drawing/2014/main" id="{E3BE8837-A053-CC82-2690-853AE34653DB}"/>
                </a:ext>
              </a:extLst>
            </p:cNvPr>
            <p:cNvSpPr/>
            <p:nvPr/>
          </p:nvSpPr>
          <p:spPr>
            <a:xfrm>
              <a:off x="2015040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4" name="object 11">
              <a:extLst>
                <a:ext uri="{FF2B5EF4-FFF2-40B4-BE49-F238E27FC236}">
                  <a16:creationId xmlns:a16="http://schemas.microsoft.com/office/drawing/2014/main" id="{A62C2181-A527-5C91-3292-9CE2BBE9E4DB}"/>
                </a:ext>
              </a:extLst>
            </p:cNvPr>
            <p:cNvSpPr/>
            <p:nvPr/>
          </p:nvSpPr>
          <p:spPr>
            <a:xfrm>
              <a:off x="2015040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5" name="object 12">
              <a:extLst>
                <a:ext uri="{FF2B5EF4-FFF2-40B4-BE49-F238E27FC236}">
                  <a16:creationId xmlns:a16="http://schemas.microsoft.com/office/drawing/2014/main" id="{7428350E-9348-E5F3-EF8B-6D137AFEA7BC}"/>
                </a:ext>
              </a:extLst>
            </p:cNvPr>
            <p:cNvSpPr/>
            <p:nvPr/>
          </p:nvSpPr>
          <p:spPr>
            <a:xfrm>
              <a:off x="2015040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6" name="object 13">
              <a:extLst>
                <a:ext uri="{FF2B5EF4-FFF2-40B4-BE49-F238E27FC236}">
                  <a16:creationId xmlns:a16="http://schemas.microsoft.com/office/drawing/2014/main" id="{6F272E98-5593-82F9-8B31-A283020D6207}"/>
                </a:ext>
              </a:extLst>
            </p:cNvPr>
            <p:cNvSpPr/>
            <p:nvPr/>
          </p:nvSpPr>
          <p:spPr>
            <a:xfrm>
              <a:off x="3389794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7" name="object 14">
              <a:extLst>
                <a:ext uri="{FF2B5EF4-FFF2-40B4-BE49-F238E27FC236}">
                  <a16:creationId xmlns:a16="http://schemas.microsoft.com/office/drawing/2014/main" id="{75166FF8-9348-3022-C6D9-BBA1AED6CD12}"/>
                </a:ext>
              </a:extLst>
            </p:cNvPr>
            <p:cNvSpPr/>
            <p:nvPr/>
          </p:nvSpPr>
          <p:spPr>
            <a:xfrm>
              <a:off x="3389794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8" name="object 15">
              <a:extLst>
                <a:ext uri="{FF2B5EF4-FFF2-40B4-BE49-F238E27FC236}">
                  <a16:creationId xmlns:a16="http://schemas.microsoft.com/office/drawing/2014/main" id="{12085CDA-4249-5130-4760-6989CD1C999E}"/>
                </a:ext>
              </a:extLst>
            </p:cNvPr>
            <p:cNvSpPr/>
            <p:nvPr/>
          </p:nvSpPr>
          <p:spPr>
            <a:xfrm>
              <a:off x="3389794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9" name="object 16">
              <a:extLst>
                <a:ext uri="{FF2B5EF4-FFF2-40B4-BE49-F238E27FC236}">
                  <a16:creationId xmlns:a16="http://schemas.microsoft.com/office/drawing/2014/main" id="{11129A88-3E82-60A6-7DF3-A78A71F65A3A}"/>
                </a:ext>
              </a:extLst>
            </p:cNvPr>
            <p:cNvSpPr/>
            <p:nvPr/>
          </p:nvSpPr>
          <p:spPr>
            <a:xfrm>
              <a:off x="3389794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0" name="object 17">
              <a:extLst>
                <a:ext uri="{FF2B5EF4-FFF2-40B4-BE49-F238E27FC236}">
                  <a16:creationId xmlns:a16="http://schemas.microsoft.com/office/drawing/2014/main" id="{5BB4B077-A401-7AB8-B643-A2B0085C4BA4}"/>
                </a:ext>
              </a:extLst>
            </p:cNvPr>
            <p:cNvSpPr/>
            <p:nvPr/>
          </p:nvSpPr>
          <p:spPr>
            <a:xfrm>
              <a:off x="3389794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1" name="object 18">
              <a:extLst>
                <a:ext uri="{FF2B5EF4-FFF2-40B4-BE49-F238E27FC236}">
                  <a16:creationId xmlns:a16="http://schemas.microsoft.com/office/drawing/2014/main" id="{F4C2F979-E818-8254-0551-92C25B8FFC62}"/>
                </a:ext>
              </a:extLst>
            </p:cNvPr>
            <p:cNvSpPr/>
            <p:nvPr/>
          </p:nvSpPr>
          <p:spPr>
            <a:xfrm>
              <a:off x="476454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2" name="object 19">
              <a:extLst>
                <a:ext uri="{FF2B5EF4-FFF2-40B4-BE49-F238E27FC236}">
                  <a16:creationId xmlns:a16="http://schemas.microsoft.com/office/drawing/2014/main" id="{E1EEFF4E-D5B6-54CE-4B55-719D6132236C}"/>
                </a:ext>
              </a:extLst>
            </p:cNvPr>
            <p:cNvSpPr/>
            <p:nvPr/>
          </p:nvSpPr>
          <p:spPr>
            <a:xfrm>
              <a:off x="476454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3" name="object 20">
              <a:extLst>
                <a:ext uri="{FF2B5EF4-FFF2-40B4-BE49-F238E27FC236}">
                  <a16:creationId xmlns:a16="http://schemas.microsoft.com/office/drawing/2014/main" id="{2D75B7F0-17A3-A8D2-9EDD-F068F3EB385C}"/>
                </a:ext>
              </a:extLst>
            </p:cNvPr>
            <p:cNvSpPr/>
            <p:nvPr/>
          </p:nvSpPr>
          <p:spPr>
            <a:xfrm>
              <a:off x="476454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4" name="object 21">
              <a:extLst>
                <a:ext uri="{FF2B5EF4-FFF2-40B4-BE49-F238E27FC236}">
                  <a16:creationId xmlns:a16="http://schemas.microsoft.com/office/drawing/2014/main" id="{1628CF0B-6CB2-62A1-BB87-4D588A346468}"/>
                </a:ext>
              </a:extLst>
            </p:cNvPr>
            <p:cNvSpPr/>
            <p:nvPr/>
          </p:nvSpPr>
          <p:spPr>
            <a:xfrm>
              <a:off x="476454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5" name="object 22">
              <a:extLst>
                <a:ext uri="{FF2B5EF4-FFF2-40B4-BE49-F238E27FC236}">
                  <a16:creationId xmlns:a16="http://schemas.microsoft.com/office/drawing/2014/main" id="{AA17A85B-04E8-B076-C1CD-3D0165F80C1D}"/>
                </a:ext>
              </a:extLst>
            </p:cNvPr>
            <p:cNvSpPr/>
            <p:nvPr/>
          </p:nvSpPr>
          <p:spPr>
            <a:xfrm>
              <a:off x="476454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6" name="object 23">
              <a:extLst>
                <a:ext uri="{FF2B5EF4-FFF2-40B4-BE49-F238E27FC236}">
                  <a16:creationId xmlns:a16="http://schemas.microsoft.com/office/drawing/2014/main" id="{ABDB4E3E-BD03-4A8F-B171-7ED7C3DF49DF}"/>
                </a:ext>
              </a:extLst>
            </p:cNvPr>
            <p:cNvSpPr/>
            <p:nvPr/>
          </p:nvSpPr>
          <p:spPr>
            <a:xfrm>
              <a:off x="613930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7" name="object 24">
              <a:extLst>
                <a:ext uri="{FF2B5EF4-FFF2-40B4-BE49-F238E27FC236}">
                  <a16:creationId xmlns:a16="http://schemas.microsoft.com/office/drawing/2014/main" id="{90C68DE0-7B76-FAF6-0D54-8B66CAC5DF38}"/>
                </a:ext>
              </a:extLst>
            </p:cNvPr>
            <p:cNvSpPr/>
            <p:nvPr/>
          </p:nvSpPr>
          <p:spPr>
            <a:xfrm>
              <a:off x="613930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8" name="object 25">
              <a:extLst>
                <a:ext uri="{FF2B5EF4-FFF2-40B4-BE49-F238E27FC236}">
                  <a16:creationId xmlns:a16="http://schemas.microsoft.com/office/drawing/2014/main" id="{8A6FBE5D-6F7C-BA98-8353-62D5DF4A7F9D}"/>
                </a:ext>
              </a:extLst>
            </p:cNvPr>
            <p:cNvSpPr/>
            <p:nvPr/>
          </p:nvSpPr>
          <p:spPr>
            <a:xfrm>
              <a:off x="613930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6"/>
                  </a:lnTo>
                  <a:lnTo>
                    <a:pt x="365885" y="9310"/>
                  </a:lnTo>
                  <a:lnTo>
                    <a:pt x="321970" y="20603"/>
                  </a:lnTo>
                  <a:lnTo>
                    <a:pt x="279869" y="36013"/>
                  </a:lnTo>
                  <a:lnTo>
                    <a:pt x="239812" y="55310"/>
                  </a:lnTo>
                  <a:lnTo>
                    <a:pt x="202030" y="78265"/>
                  </a:lnTo>
                  <a:lnTo>
                    <a:pt x="166754" y="104646"/>
                  </a:lnTo>
                  <a:lnTo>
                    <a:pt x="134213" y="134223"/>
                  </a:lnTo>
                  <a:lnTo>
                    <a:pt x="104637" y="166766"/>
                  </a:lnTo>
                  <a:lnTo>
                    <a:pt x="78258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8" y="714471"/>
                  </a:lnTo>
                  <a:lnTo>
                    <a:pt x="104637" y="749749"/>
                  </a:lnTo>
                  <a:lnTo>
                    <a:pt x="134213" y="782292"/>
                  </a:lnTo>
                  <a:lnTo>
                    <a:pt x="166754" y="811870"/>
                  </a:lnTo>
                  <a:lnTo>
                    <a:pt x="202030" y="838251"/>
                  </a:lnTo>
                  <a:lnTo>
                    <a:pt x="239812" y="861205"/>
                  </a:lnTo>
                  <a:lnTo>
                    <a:pt x="279869" y="880503"/>
                  </a:lnTo>
                  <a:lnTo>
                    <a:pt x="321970" y="895913"/>
                  </a:lnTo>
                  <a:lnTo>
                    <a:pt x="365885" y="907206"/>
                  </a:lnTo>
                  <a:lnTo>
                    <a:pt x="411384" y="914150"/>
                  </a:lnTo>
                  <a:lnTo>
                    <a:pt x="458237" y="916516"/>
                  </a:lnTo>
                  <a:lnTo>
                    <a:pt x="505092" y="914150"/>
                  </a:lnTo>
                  <a:lnTo>
                    <a:pt x="550593" y="907206"/>
                  </a:lnTo>
                  <a:lnTo>
                    <a:pt x="594510" y="895913"/>
                  </a:lnTo>
                  <a:lnTo>
                    <a:pt x="636613" y="880503"/>
                  </a:lnTo>
                  <a:lnTo>
                    <a:pt x="676671" y="861205"/>
                  </a:lnTo>
                  <a:lnTo>
                    <a:pt x="714455" y="838251"/>
                  </a:lnTo>
                  <a:lnTo>
                    <a:pt x="749733" y="811870"/>
                  </a:lnTo>
                  <a:lnTo>
                    <a:pt x="782275" y="782292"/>
                  </a:lnTo>
                  <a:lnTo>
                    <a:pt x="811852" y="749749"/>
                  </a:lnTo>
                  <a:lnTo>
                    <a:pt x="838233" y="714471"/>
                  </a:lnTo>
                  <a:lnTo>
                    <a:pt x="861186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6" y="239828"/>
                  </a:lnTo>
                  <a:lnTo>
                    <a:pt x="838233" y="202045"/>
                  </a:lnTo>
                  <a:lnTo>
                    <a:pt x="811852" y="166766"/>
                  </a:lnTo>
                  <a:lnTo>
                    <a:pt x="782275" y="134223"/>
                  </a:lnTo>
                  <a:lnTo>
                    <a:pt x="749733" y="104646"/>
                  </a:lnTo>
                  <a:lnTo>
                    <a:pt x="714455" y="78265"/>
                  </a:lnTo>
                  <a:lnTo>
                    <a:pt x="676671" y="55310"/>
                  </a:lnTo>
                  <a:lnTo>
                    <a:pt x="636613" y="36013"/>
                  </a:lnTo>
                  <a:lnTo>
                    <a:pt x="594510" y="20603"/>
                  </a:lnTo>
                  <a:lnTo>
                    <a:pt x="550593" y="9310"/>
                  </a:lnTo>
                  <a:lnTo>
                    <a:pt x="505092" y="2366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9" name="object 26">
              <a:extLst>
                <a:ext uri="{FF2B5EF4-FFF2-40B4-BE49-F238E27FC236}">
                  <a16:creationId xmlns:a16="http://schemas.microsoft.com/office/drawing/2014/main" id="{17F2486A-7E17-F442-3BA6-99DF0972D790}"/>
                </a:ext>
              </a:extLst>
            </p:cNvPr>
            <p:cNvSpPr/>
            <p:nvPr/>
          </p:nvSpPr>
          <p:spPr>
            <a:xfrm>
              <a:off x="613930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7813DE8F-6CA0-6CCD-A95D-29B82E1299F2}"/>
                </a:ext>
              </a:extLst>
            </p:cNvPr>
            <p:cNvSpPr/>
            <p:nvPr/>
          </p:nvSpPr>
          <p:spPr>
            <a:xfrm>
              <a:off x="613930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8581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819159-AA62-2C46-ABB9-70F2FCD1344C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E59ED-24CE-374D-9771-C382F72A4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and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2E407-D02E-534B-85B8-CE4DC4CC9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7583424" cy="435133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D092F-CB81-0845-9519-68682A88C19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DBEB67-8826-36E0-A829-C1AC893FF87F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C4232-5640-2555-A69F-0B5DD485679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7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17E12E6-623C-4241-8937-7D6E298D0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560001" y="0"/>
            <a:ext cx="4631999" cy="6858000"/>
          </a:xfrm>
          <a:noFill/>
        </p:spPr>
        <p:txBody>
          <a:bodyPr anchor="ctr"/>
          <a:lstStyle>
            <a:lvl1pPr marL="0" indent="0" algn="ctr">
              <a:buNone/>
              <a:defRPr sz="3200" b="0" i="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95D84A-BC51-DF43-BE72-5920247057F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69687DD-7B83-884C-AD0D-0E6B30B26C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6418013" cy="759035"/>
          </a:xfrm>
        </p:spPr>
        <p:txBody>
          <a:bodyPr lIns="0" anchor="t">
            <a:no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Right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DAC3720-50A4-DE46-B1AD-6A9EA6D631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40000" y="2000241"/>
            <a:ext cx="6432300" cy="3948113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752207-581D-0125-C110-155B6115586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8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E9DD7-509C-CF46-93FD-922EC3A17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528816" cy="68580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DD1583-B6C8-C744-B182-5BAD07026A4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98328" y="1891744"/>
            <a:ext cx="4624280" cy="4534951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3AF7C3-7EF3-0540-B101-0D89D7C9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3472" y="600082"/>
            <a:ext cx="4624280" cy="1219574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Left image</a:t>
            </a:r>
            <a:br>
              <a:rPr lang="en-US"/>
            </a:b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3A41E2-F929-FB48-BA35-8A88A7278CC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433" y="266914"/>
            <a:ext cx="454143" cy="693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10C55F-ADFD-B39A-8D15-B9219515891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433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ion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8DFCA9-F533-FF48-85F1-DB7A544FD6A1}"/>
              </a:ext>
            </a:extLst>
          </p:cNvPr>
          <p:cNvSpPr/>
          <p:nvPr/>
        </p:nvSpPr>
        <p:spPr>
          <a:xfrm>
            <a:off x="5043488" y="1"/>
            <a:ext cx="7148512" cy="6858000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DFD991-F192-DB45-BB35-3DAD3C638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4074863" cy="2665562"/>
          </a:xfrm>
        </p:spPr>
        <p:txBody>
          <a:bodyPr lIns="0" anchor="b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Caption with 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6D63D2-8BC7-7F49-B2CA-06A26AE5ED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A0D09E-E122-6245-AD09-E93BF4874FC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554912" y="957261"/>
            <a:ext cx="6432300" cy="3948113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D3A1CE-4BED-80ED-1B47-BC8DFD7F75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750" y="3700463"/>
            <a:ext cx="4075113" cy="26828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FF1516-E16B-F46F-F9E5-210073EA9ACA}"/>
              </a:ext>
            </a:extLst>
          </p:cNvPr>
          <p:cNvSpPr/>
          <p:nvPr/>
        </p:nvSpPr>
        <p:spPr>
          <a:xfrm>
            <a:off x="5043488" y="1"/>
            <a:ext cx="7148512" cy="6858000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6EFDD-570A-DF60-384C-4B679AC9516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4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aption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8DFCA9-F533-FF48-85F1-DB7A544FD6A1}"/>
              </a:ext>
            </a:extLst>
          </p:cNvPr>
          <p:cNvSpPr/>
          <p:nvPr/>
        </p:nvSpPr>
        <p:spPr>
          <a:xfrm>
            <a:off x="0" y="1"/>
            <a:ext cx="500062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92656F-1451-1B48-922F-F0EC7386DCFE}"/>
              </a:ext>
            </a:extLst>
          </p:cNvPr>
          <p:cNvGrpSpPr/>
          <p:nvPr/>
        </p:nvGrpSpPr>
        <p:grpSpPr>
          <a:xfrm>
            <a:off x="556616" y="1436911"/>
            <a:ext cx="4020756" cy="4020458"/>
            <a:chOff x="640282" y="738004"/>
            <a:chExt cx="6415961" cy="6415935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56FC1B36-FADD-5F4C-B1E6-E00B67FF0CCB}"/>
                </a:ext>
              </a:extLst>
            </p:cNvPr>
            <p:cNvSpPr/>
            <p:nvPr/>
          </p:nvSpPr>
          <p:spPr>
            <a:xfrm>
              <a:off x="640301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7DDC1077-4F8A-A34D-981D-FB3B339D7366}"/>
                </a:ext>
              </a:extLst>
            </p:cNvPr>
            <p:cNvSpPr/>
            <p:nvPr/>
          </p:nvSpPr>
          <p:spPr>
            <a:xfrm>
              <a:off x="640282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E3A8B546-90E9-7E4E-8F9B-736E9A450DE5}"/>
                </a:ext>
              </a:extLst>
            </p:cNvPr>
            <p:cNvSpPr/>
            <p:nvPr/>
          </p:nvSpPr>
          <p:spPr>
            <a:xfrm>
              <a:off x="640282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2" y="914150"/>
                  </a:lnTo>
                  <a:lnTo>
                    <a:pt x="550603" y="907206"/>
                  </a:lnTo>
                  <a:lnTo>
                    <a:pt x="594520" y="895913"/>
                  </a:lnTo>
                  <a:lnTo>
                    <a:pt x="636623" y="880503"/>
                  </a:lnTo>
                  <a:lnTo>
                    <a:pt x="676682" y="861205"/>
                  </a:lnTo>
                  <a:lnTo>
                    <a:pt x="714465" y="838251"/>
                  </a:lnTo>
                  <a:lnTo>
                    <a:pt x="749743" y="811870"/>
                  </a:lnTo>
                  <a:lnTo>
                    <a:pt x="782286" y="782292"/>
                  </a:lnTo>
                  <a:lnTo>
                    <a:pt x="811863" y="749749"/>
                  </a:lnTo>
                  <a:lnTo>
                    <a:pt x="838243" y="714471"/>
                  </a:lnTo>
                  <a:lnTo>
                    <a:pt x="861197" y="676687"/>
                  </a:lnTo>
                  <a:lnTo>
                    <a:pt x="880494" y="636629"/>
                  </a:lnTo>
                  <a:lnTo>
                    <a:pt x="895903" y="594527"/>
                  </a:lnTo>
                  <a:lnTo>
                    <a:pt x="907196" y="550611"/>
                  </a:lnTo>
                  <a:lnTo>
                    <a:pt x="914140" y="505111"/>
                  </a:lnTo>
                  <a:lnTo>
                    <a:pt x="916506" y="458258"/>
                  </a:lnTo>
                  <a:lnTo>
                    <a:pt x="914140" y="411405"/>
                  </a:lnTo>
                  <a:lnTo>
                    <a:pt x="907196" y="365905"/>
                  </a:lnTo>
                  <a:lnTo>
                    <a:pt x="895903" y="321989"/>
                  </a:lnTo>
                  <a:lnTo>
                    <a:pt x="880494" y="279886"/>
                  </a:lnTo>
                  <a:lnTo>
                    <a:pt x="861197" y="239828"/>
                  </a:lnTo>
                  <a:lnTo>
                    <a:pt x="838243" y="202045"/>
                  </a:lnTo>
                  <a:lnTo>
                    <a:pt x="811863" y="166766"/>
                  </a:lnTo>
                  <a:lnTo>
                    <a:pt x="782286" y="134223"/>
                  </a:lnTo>
                  <a:lnTo>
                    <a:pt x="749743" y="104646"/>
                  </a:lnTo>
                  <a:lnTo>
                    <a:pt x="714465" y="78265"/>
                  </a:lnTo>
                  <a:lnTo>
                    <a:pt x="676682" y="55310"/>
                  </a:lnTo>
                  <a:lnTo>
                    <a:pt x="636623" y="36013"/>
                  </a:lnTo>
                  <a:lnTo>
                    <a:pt x="594520" y="20603"/>
                  </a:lnTo>
                  <a:lnTo>
                    <a:pt x="550603" y="9310"/>
                  </a:lnTo>
                  <a:lnTo>
                    <a:pt x="505102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496B60D9-30CE-9F47-B293-A6207BFF6536}"/>
                </a:ext>
              </a:extLst>
            </p:cNvPr>
            <p:cNvSpPr/>
            <p:nvPr/>
          </p:nvSpPr>
          <p:spPr>
            <a:xfrm>
              <a:off x="640282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2" y="914140"/>
                  </a:lnTo>
                  <a:lnTo>
                    <a:pt x="550603" y="907196"/>
                  </a:lnTo>
                  <a:lnTo>
                    <a:pt x="594520" y="895903"/>
                  </a:lnTo>
                  <a:lnTo>
                    <a:pt x="636623" y="880494"/>
                  </a:lnTo>
                  <a:lnTo>
                    <a:pt x="676682" y="861197"/>
                  </a:lnTo>
                  <a:lnTo>
                    <a:pt x="714465" y="838243"/>
                  </a:lnTo>
                  <a:lnTo>
                    <a:pt x="749743" y="811863"/>
                  </a:lnTo>
                  <a:lnTo>
                    <a:pt x="782286" y="782286"/>
                  </a:lnTo>
                  <a:lnTo>
                    <a:pt x="811863" y="749743"/>
                  </a:lnTo>
                  <a:lnTo>
                    <a:pt x="838243" y="714465"/>
                  </a:lnTo>
                  <a:lnTo>
                    <a:pt x="861197" y="676682"/>
                  </a:lnTo>
                  <a:lnTo>
                    <a:pt x="880494" y="636623"/>
                  </a:lnTo>
                  <a:lnTo>
                    <a:pt x="895903" y="594520"/>
                  </a:lnTo>
                  <a:lnTo>
                    <a:pt x="907196" y="550603"/>
                  </a:lnTo>
                  <a:lnTo>
                    <a:pt x="914140" y="505102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F73A24D8-3B0C-BB41-BCCF-D042CE36E1DD}"/>
                </a:ext>
              </a:extLst>
            </p:cNvPr>
            <p:cNvSpPr/>
            <p:nvPr/>
          </p:nvSpPr>
          <p:spPr>
            <a:xfrm>
              <a:off x="640282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E5DE093E-1BE4-244D-8F4D-C24AA3E4F49D}"/>
                </a:ext>
              </a:extLst>
            </p:cNvPr>
            <p:cNvSpPr/>
            <p:nvPr/>
          </p:nvSpPr>
          <p:spPr>
            <a:xfrm>
              <a:off x="2015040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F45DE75D-8436-794D-9BA6-B58D19988345}"/>
                </a:ext>
              </a:extLst>
            </p:cNvPr>
            <p:cNvSpPr/>
            <p:nvPr/>
          </p:nvSpPr>
          <p:spPr>
            <a:xfrm>
              <a:off x="2015040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93B44997-BD5C-154B-89C0-CA289C6FCB71}"/>
                </a:ext>
              </a:extLst>
            </p:cNvPr>
            <p:cNvSpPr/>
            <p:nvPr/>
          </p:nvSpPr>
          <p:spPr>
            <a:xfrm>
              <a:off x="2015040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C4AE4210-6537-D74D-AD8D-025CA612A37E}"/>
                </a:ext>
              </a:extLst>
            </p:cNvPr>
            <p:cNvSpPr/>
            <p:nvPr/>
          </p:nvSpPr>
          <p:spPr>
            <a:xfrm>
              <a:off x="2015040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8F56DCCA-5417-6241-A6D0-4BD89FC1B3D5}"/>
                </a:ext>
              </a:extLst>
            </p:cNvPr>
            <p:cNvSpPr/>
            <p:nvPr/>
          </p:nvSpPr>
          <p:spPr>
            <a:xfrm>
              <a:off x="2015040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18774CC6-1881-7C40-9DC5-F50C658890C1}"/>
                </a:ext>
              </a:extLst>
            </p:cNvPr>
            <p:cNvSpPr/>
            <p:nvPr/>
          </p:nvSpPr>
          <p:spPr>
            <a:xfrm>
              <a:off x="3389794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B24A6556-DBDA-D14D-B2B1-AA1A9FE6F0A6}"/>
                </a:ext>
              </a:extLst>
            </p:cNvPr>
            <p:cNvSpPr/>
            <p:nvPr/>
          </p:nvSpPr>
          <p:spPr>
            <a:xfrm>
              <a:off x="3389794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5449C449-C191-6947-8855-7904DA49ACBF}"/>
                </a:ext>
              </a:extLst>
            </p:cNvPr>
            <p:cNvSpPr/>
            <p:nvPr/>
          </p:nvSpPr>
          <p:spPr>
            <a:xfrm>
              <a:off x="3389794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D360E2D4-ADF1-584F-A818-03B90A933135}"/>
                </a:ext>
              </a:extLst>
            </p:cNvPr>
            <p:cNvSpPr/>
            <p:nvPr/>
          </p:nvSpPr>
          <p:spPr>
            <a:xfrm>
              <a:off x="3389794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25C7C3AE-57F4-204F-A6D3-8595DCC50677}"/>
                </a:ext>
              </a:extLst>
            </p:cNvPr>
            <p:cNvSpPr/>
            <p:nvPr/>
          </p:nvSpPr>
          <p:spPr>
            <a:xfrm>
              <a:off x="3389794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7" name="object 18">
              <a:extLst>
                <a:ext uri="{FF2B5EF4-FFF2-40B4-BE49-F238E27FC236}">
                  <a16:creationId xmlns:a16="http://schemas.microsoft.com/office/drawing/2014/main" id="{89B98589-BB4A-E348-A0ED-6AE4421023E1}"/>
                </a:ext>
              </a:extLst>
            </p:cNvPr>
            <p:cNvSpPr/>
            <p:nvPr/>
          </p:nvSpPr>
          <p:spPr>
            <a:xfrm>
              <a:off x="476454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8" name="object 19">
              <a:extLst>
                <a:ext uri="{FF2B5EF4-FFF2-40B4-BE49-F238E27FC236}">
                  <a16:creationId xmlns:a16="http://schemas.microsoft.com/office/drawing/2014/main" id="{AC61C2F7-F0D5-6E4D-9697-27CBB79BC95D}"/>
                </a:ext>
              </a:extLst>
            </p:cNvPr>
            <p:cNvSpPr/>
            <p:nvPr/>
          </p:nvSpPr>
          <p:spPr>
            <a:xfrm>
              <a:off x="476454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9" name="object 20">
              <a:extLst>
                <a:ext uri="{FF2B5EF4-FFF2-40B4-BE49-F238E27FC236}">
                  <a16:creationId xmlns:a16="http://schemas.microsoft.com/office/drawing/2014/main" id="{BF2C6F32-A71B-684E-8B43-AE1277352863}"/>
                </a:ext>
              </a:extLst>
            </p:cNvPr>
            <p:cNvSpPr/>
            <p:nvPr/>
          </p:nvSpPr>
          <p:spPr>
            <a:xfrm>
              <a:off x="476454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0" name="object 21">
              <a:extLst>
                <a:ext uri="{FF2B5EF4-FFF2-40B4-BE49-F238E27FC236}">
                  <a16:creationId xmlns:a16="http://schemas.microsoft.com/office/drawing/2014/main" id="{10022A07-B09B-D149-AD8E-D56EEC833F21}"/>
                </a:ext>
              </a:extLst>
            </p:cNvPr>
            <p:cNvSpPr/>
            <p:nvPr/>
          </p:nvSpPr>
          <p:spPr>
            <a:xfrm>
              <a:off x="476454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1" name="object 22">
              <a:extLst>
                <a:ext uri="{FF2B5EF4-FFF2-40B4-BE49-F238E27FC236}">
                  <a16:creationId xmlns:a16="http://schemas.microsoft.com/office/drawing/2014/main" id="{B94A3B9D-2646-494C-AC77-DE250F1405E4}"/>
                </a:ext>
              </a:extLst>
            </p:cNvPr>
            <p:cNvSpPr/>
            <p:nvPr/>
          </p:nvSpPr>
          <p:spPr>
            <a:xfrm>
              <a:off x="476454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2" name="object 23">
              <a:extLst>
                <a:ext uri="{FF2B5EF4-FFF2-40B4-BE49-F238E27FC236}">
                  <a16:creationId xmlns:a16="http://schemas.microsoft.com/office/drawing/2014/main" id="{C9E3E32B-E166-A343-BAF1-613332A21D1E}"/>
                </a:ext>
              </a:extLst>
            </p:cNvPr>
            <p:cNvSpPr/>
            <p:nvPr/>
          </p:nvSpPr>
          <p:spPr>
            <a:xfrm>
              <a:off x="613930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3" name="object 24">
              <a:extLst>
                <a:ext uri="{FF2B5EF4-FFF2-40B4-BE49-F238E27FC236}">
                  <a16:creationId xmlns:a16="http://schemas.microsoft.com/office/drawing/2014/main" id="{EA98671C-068B-5744-A843-05588FA9A997}"/>
                </a:ext>
              </a:extLst>
            </p:cNvPr>
            <p:cNvSpPr/>
            <p:nvPr/>
          </p:nvSpPr>
          <p:spPr>
            <a:xfrm>
              <a:off x="613930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4" name="object 25">
              <a:extLst>
                <a:ext uri="{FF2B5EF4-FFF2-40B4-BE49-F238E27FC236}">
                  <a16:creationId xmlns:a16="http://schemas.microsoft.com/office/drawing/2014/main" id="{5189D1F3-4B61-E740-BA0C-0C74CE56ED9F}"/>
                </a:ext>
              </a:extLst>
            </p:cNvPr>
            <p:cNvSpPr/>
            <p:nvPr/>
          </p:nvSpPr>
          <p:spPr>
            <a:xfrm>
              <a:off x="613930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6"/>
                  </a:lnTo>
                  <a:lnTo>
                    <a:pt x="365885" y="9310"/>
                  </a:lnTo>
                  <a:lnTo>
                    <a:pt x="321970" y="20603"/>
                  </a:lnTo>
                  <a:lnTo>
                    <a:pt x="279869" y="36013"/>
                  </a:lnTo>
                  <a:lnTo>
                    <a:pt x="239812" y="55310"/>
                  </a:lnTo>
                  <a:lnTo>
                    <a:pt x="202030" y="78265"/>
                  </a:lnTo>
                  <a:lnTo>
                    <a:pt x="166754" y="104646"/>
                  </a:lnTo>
                  <a:lnTo>
                    <a:pt x="134213" y="134223"/>
                  </a:lnTo>
                  <a:lnTo>
                    <a:pt x="104637" y="166766"/>
                  </a:lnTo>
                  <a:lnTo>
                    <a:pt x="78258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8" y="714471"/>
                  </a:lnTo>
                  <a:lnTo>
                    <a:pt x="104637" y="749749"/>
                  </a:lnTo>
                  <a:lnTo>
                    <a:pt x="134213" y="782292"/>
                  </a:lnTo>
                  <a:lnTo>
                    <a:pt x="166754" y="811870"/>
                  </a:lnTo>
                  <a:lnTo>
                    <a:pt x="202030" y="838251"/>
                  </a:lnTo>
                  <a:lnTo>
                    <a:pt x="239812" y="861205"/>
                  </a:lnTo>
                  <a:lnTo>
                    <a:pt x="279869" y="880503"/>
                  </a:lnTo>
                  <a:lnTo>
                    <a:pt x="321970" y="895913"/>
                  </a:lnTo>
                  <a:lnTo>
                    <a:pt x="365885" y="907206"/>
                  </a:lnTo>
                  <a:lnTo>
                    <a:pt x="411384" y="914150"/>
                  </a:lnTo>
                  <a:lnTo>
                    <a:pt x="458237" y="916516"/>
                  </a:lnTo>
                  <a:lnTo>
                    <a:pt x="505092" y="914150"/>
                  </a:lnTo>
                  <a:lnTo>
                    <a:pt x="550593" y="907206"/>
                  </a:lnTo>
                  <a:lnTo>
                    <a:pt x="594510" y="895913"/>
                  </a:lnTo>
                  <a:lnTo>
                    <a:pt x="636613" y="880503"/>
                  </a:lnTo>
                  <a:lnTo>
                    <a:pt x="676671" y="861205"/>
                  </a:lnTo>
                  <a:lnTo>
                    <a:pt x="714455" y="838251"/>
                  </a:lnTo>
                  <a:lnTo>
                    <a:pt x="749733" y="811870"/>
                  </a:lnTo>
                  <a:lnTo>
                    <a:pt x="782275" y="782292"/>
                  </a:lnTo>
                  <a:lnTo>
                    <a:pt x="811852" y="749749"/>
                  </a:lnTo>
                  <a:lnTo>
                    <a:pt x="838233" y="714471"/>
                  </a:lnTo>
                  <a:lnTo>
                    <a:pt x="861186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6" y="239828"/>
                  </a:lnTo>
                  <a:lnTo>
                    <a:pt x="838233" y="202045"/>
                  </a:lnTo>
                  <a:lnTo>
                    <a:pt x="811852" y="166766"/>
                  </a:lnTo>
                  <a:lnTo>
                    <a:pt x="782275" y="134223"/>
                  </a:lnTo>
                  <a:lnTo>
                    <a:pt x="749733" y="104646"/>
                  </a:lnTo>
                  <a:lnTo>
                    <a:pt x="714455" y="78265"/>
                  </a:lnTo>
                  <a:lnTo>
                    <a:pt x="676671" y="55310"/>
                  </a:lnTo>
                  <a:lnTo>
                    <a:pt x="636613" y="36013"/>
                  </a:lnTo>
                  <a:lnTo>
                    <a:pt x="594510" y="20603"/>
                  </a:lnTo>
                  <a:lnTo>
                    <a:pt x="550593" y="9310"/>
                  </a:lnTo>
                  <a:lnTo>
                    <a:pt x="505092" y="2366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5" name="object 26">
              <a:extLst>
                <a:ext uri="{FF2B5EF4-FFF2-40B4-BE49-F238E27FC236}">
                  <a16:creationId xmlns:a16="http://schemas.microsoft.com/office/drawing/2014/main" id="{60C5B1EB-C3E2-1444-9461-CE71D1B68BF8}"/>
                </a:ext>
              </a:extLst>
            </p:cNvPr>
            <p:cNvSpPr/>
            <p:nvPr/>
          </p:nvSpPr>
          <p:spPr>
            <a:xfrm>
              <a:off x="613930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6" name="object 27">
              <a:extLst>
                <a:ext uri="{FF2B5EF4-FFF2-40B4-BE49-F238E27FC236}">
                  <a16:creationId xmlns:a16="http://schemas.microsoft.com/office/drawing/2014/main" id="{9985C4CA-CCC7-E74A-9BEA-06533447077A}"/>
                </a:ext>
              </a:extLst>
            </p:cNvPr>
            <p:cNvSpPr/>
            <p:nvPr/>
          </p:nvSpPr>
          <p:spPr>
            <a:xfrm>
              <a:off x="613930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A0D09E-E122-6245-AD09-E93BF4874FC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554912" y="957261"/>
            <a:ext cx="6432300" cy="3948113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4EB576-561B-A74A-A7A7-480D31B5E66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223" y="266914"/>
            <a:ext cx="454143" cy="69312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5E7C4336-C655-8DDE-0405-77680D4A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4074863" cy="2665562"/>
          </a:xfrm>
        </p:spPr>
        <p:txBody>
          <a:bodyPr lIns="0" anchor="b">
            <a:normAutofit/>
          </a:bodyPr>
          <a:lstStyle>
            <a:lvl1pPr>
              <a:defRPr sz="3200" b="1" i="0"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Dark Caption with Content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17FD8F5F-DA0F-B787-5DDC-C89A1EA121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750" y="3700463"/>
            <a:ext cx="4075113" cy="26828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ABF08D-0BB5-B9BC-4FC2-6167EA48F0C4}"/>
              </a:ext>
            </a:extLst>
          </p:cNvPr>
          <p:cNvSpPr/>
          <p:nvPr/>
        </p:nvSpPr>
        <p:spPr>
          <a:xfrm>
            <a:off x="0" y="1"/>
            <a:ext cx="500062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196A08-FA66-B47E-0E08-34D215630FD0}"/>
              </a:ext>
            </a:extLst>
          </p:cNvPr>
          <p:cNvGrpSpPr/>
          <p:nvPr/>
        </p:nvGrpSpPr>
        <p:grpSpPr>
          <a:xfrm>
            <a:off x="556616" y="1436911"/>
            <a:ext cx="4020756" cy="4020458"/>
            <a:chOff x="640282" y="738004"/>
            <a:chExt cx="6415961" cy="6415935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1E7B7DEA-937C-2A56-4343-3D1ECDC1FBE1}"/>
                </a:ext>
              </a:extLst>
            </p:cNvPr>
            <p:cNvSpPr/>
            <p:nvPr/>
          </p:nvSpPr>
          <p:spPr>
            <a:xfrm>
              <a:off x="640301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75E1CA18-E71A-DC2B-CFC4-4ED6025946AD}"/>
                </a:ext>
              </a:extLst>
            </p:cNvPr>
            <p:cNvSpPr/>
            <p:nvPr/>
          </p:nvSpPr>
          <p:spPr>
            <a:xfrm>
              <a:off x="640282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D2BB206-D09B-1E7E-FC76-7669627C4F8D}"/>
                </a:ext>
              </a:extLst>
            </p:cNvPr>
            <p:cNvSpPr/>
            <p:nvPr/>
          </p:nvSpPr>
          <p:spPr>
            <a:xfrm>
              <a:off x="640282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2" y="914150"/>
                  </a:lnTo>
                  <a:lnTo>
                    <a:pt x="550603" y="907206"/>
                  </a:lnTo>
                  <a:lnTo>
                    <a:pt x="594520" y="895913"/>
                  </a:lnTo>
                  <a:lnTo>
                    <a:pt x="636623" y="880503"/>
                  </a:lnTo>
                  <a:lnTo>
                    <a:pt x="676682" y="861205"/>
                  </a:lnTo>
                  <a:lnTo>
                    <a:pt x="714465" y="838251"/>
                  </a:lnTo>
                  <a:lnTo>
                    <a:pt x="749743" y="811870"/>
                  </a:lnTo>
                  <a:lnTo>
                    <a:pt x="782286" y="782292"/>
                  </a:lnTo>
                  <a:lnTo>
                    <a:pt x="811863" y="749749"/>
                  </a:lnTo>
                  <a:lnTo>
                    <a:pt x="838243" y="714471"/>
                  </a:lnTo>
                  <a:lnTo>
                    <a:pt x="861197" y="676687"/>
                  </a:lnTo>
                  <a:lnTo>
                    <a:pt x="880494" y="636629"/>
                  </a:lnTo>
                  <a:lnTo>
                    <a:pt x="895903" y="594527"/>
                  </a:lnTo>
                  <a:lnTo>
                    <a:pt x="907196" y="550611"/>
                  </a:lnTo>
                  <a:lnTo>
                    <a:pt x="914140" y="505111"/>
                  </a:lnTo>
                  <a:lnTo>
                    <a:pt x="916506" y="458258"/>
                  </a:lnTo>
                  <a:lnTo>
                    <a:pt x="914140" y="411405"/>
                  </a:lnTo>
                  <a:lnTo>
                    <a:pt x="907196" y="365905"/>
                  </a:lnTo>
                  <a:lnTo>
                    <a:pt x="895903" y="321989"/>
                  </a:lnTo>
                  <a:lnTo>
                    <a:pt x="880494" y="279886"/>
                  </a:lnTo>
                  <a:lnTo>
                    <a:pt x="861197" y="239828"/>
                  </a:lnTo>
                  <a:lnTo>
                    <a:pt x="838243" y="202045"/>
                  </a:lnTo>
                  <a:lnTo>
                    <a:pt x="811863" y="166766"/>
                  </a:lnTo>
                  <a:lnTo>
                    <a:pt x="782286" y="134223"/>
                  </a:lnTo>
                  <a:lnTo>
                    <a:pt x="749743" y="104646"/>
                  </a:lnTo>
                  <a:lnTo>
                    <a:pt x="714465" y="78265"/>
                  </a:lnTo>
                  <a:lnTo>
                    <a:pt x="676682" y="55310"/>
                  </a:lnTo>
                  <a:lnTo>
                    <a:pt x="636623" y="36013"/>
                  </a:lnTo>
                  <a:lnTo>
                    <a:pt x="594520" y="20603"/>
                  </a:lnTo>
                  <a:lnTo>
                    <a:pt x="550603" y="9310"/>
                  </a:lnTo>
                  <a:lnTo>
                    <a:pt x="505102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EA39783-8CCE-49B3-69B7-0C0C6A17C36C}"/>
                </a:ext>
              </a:extLst>
            </p:cNvPr>
            <p:cNvSpPr/>
            <p:nvPr/>
          </p:nvSpPr>
          <p:spPr>
            <a:xfrm>
              <a:off x="640282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2" y="914140"/>
                  </a:lnTo>
                  <a:lnTo>
                    <a:pt x="550603" y="907196"/>
                  </a:lnTo>
                  <a:lnTo>
                    <a:pt x="594520" y="895903"/>
                  </a:lnTo>
                  <a:lnTo>
                    <a:pt x="636623" y="880494"/>
                  </a:lnTo>
                  <a:lnTo>
                    <a:pt x="676682" y="861197"/>
                  </a:lnTo>
                  <a:lnTo>
                    <a:pt x="714465" y="838243"/>
                  </a:lnTo>
                  <a:lnTo>
                    <a:pt x="749743" y="811863"/>
                  </a:lnTo>
                  <a:lnTo>
                    <a:pt x="782286" y="782286"/>
                  </a:lnTo>
                  <a:lnTo>
                    <a:pt x="811863" y="749743"/>
                  </a:lnTo>
                  <a:lnTo>
                    <a:pt x="838243" y="714465"/>
                  </a:lnTo>
                  <a:lnTo>
                    <a:pt x="861197" y="676682"/>
                  </a:lnTo>
                  <a:lnTo>
                    <a:pt x="880494" y="636623"/>
                  </a:lnTo>
                  <a:lnTo>
                    <a:pt x="895903" y="594520"/>
                  </a:lnTo>
                  <a:lnTo>
                    <a:pt x="907196" y="550603"/>
                  </a:lnTo>
                  <a:lnTo>
                    <a:pt x="914140" y="505102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2EF3D4D0-CEDF-35A4-6516-7D0D54A48A79}"/>
                </a:ext>
              </a:extLst>
            </p:cNvPr>
            <p:cNvSpPr/>
            <p:nvPr/>
          </p:nvSpPr>
          <p:spPr>
            <a:xfrm>
              <a:off x="640282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0" name="object 8">
              <a:extLst>
                <a:ext uri="{FF2B5EF4-FFF2-40B4-BE49-F238E27FC236}">
                  <a16:creationId xmlns:a16="http://schemas.microsoft.com/office/drawing/2014/main" id="{5C82C562-DD76-3606-7451-063B1EF7EA82}"/>
                </a:ext>
              </a:extLst>
            </p:cNvPr>
            <p:cNvSpPr/>
            <p:nvPr/>
          </p:nvSpPr>
          <p:spPr>
            <a:xfrm>
              <a:off x="2015040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1" name="object 9">
              <a:extLst>
                <a:ext uri="{FF2B5EF4-FFF2-40B4-BE49-F238E27FC236}">
                  <a16:creationId xmlns:a16="http://schemas.microsoft.com/office/drawing/2014/main" id="{EA6C8B00-C2AC-6CD0-B62C-8D64F51F6D4D}"/>
                </a:ext>
              </a:extLst>
            </p:cNvPr>
            <p:cNvSpPr/>
            <p:nvPr/>
          </p:nvSpPr>
          <p:spPr>
            <a:xfrm>
              <a:off x="2015040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2" name="object 10">
              <a:extLst>
                <a:ext uri="{FF2B5EF4-FFF2-40B4-BE49-F238E27FC236}">
                  <a16:creationId xmlns:a16="http://schemas.microsoft.com/office/drawing/2014/main" id="{51A6C52E-4D63-9453-3FA6-C6F7D3AF4932}"/>
                </a:ext>
              </a:extLst>
            </p:cNvPr>
            <p:cNvSpPr/>
            <p:nvPr/>
          </p:nvSpPr>
          <p:spPr>
            <a:xfrm>
              <a:off x="2015040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3" name="object 11">
              <a:extLst>
                <a:ext uri="{FF2B5EF4-FFF2-40B4-BE49-F238E27FC236}">
                  <a16:creationId xmlns:a16="http://schemas.microsoft.com/office/drawing/2014/main" id="{A8D2768B-5709-CB1A-E15E-2F29322A8181}"/>
                </a:ext>
              </a:extLst>
            </p:cNvPr>
            <p:cNvSpPr/>
            <p:nvPr/>
          </p:nvSpPr>
          <p:spPr>
            <a:xfrm>
              <a:off x="2015040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4" name="object 12">
              <a:extLst>
                <a:ext uri="{FF2B5EF4-FFF2-40B4-BE49-F238E27FC236}">
                  <a16:creationId xmlns:a16="http://schemas.microsoft.com/office/drawing/2014/main" id="{C97F7075-F764-AFCB-571F-4791838103FA}"/>
                </a:ext>
              </a:extLst>
            </p:cNvPr>
            <p:cNvSpPr/>
            <p:nvPr/>
          </p:nvSpPr>
          <p:spPr>
            <a:xfrm>
              <a:off x="2015040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5" name="object 13">
              <a:extLst>
                <a:ext uri="{FF2B5EF4-FFF2-40B4-BE49-F238E27FC236}">
                  <a16:creationId xmlns:a16="http://schemas.microsoft.com/office/drawing/2014/main" id="{159B3DEA-57E1-4288-C290-B613493B3338}"/>
                </a:ext>
              </a:extLst>
            </p:cNvPr>
            <p:cNvSpPr/>
            <p:nvPr/>
          </p:nvSpPr>
          <p:spPr>
            <a:xfrm>
              <a:off x="3389794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A48FBB84-2C85-6B4F-5822-7E33DEF5AC15}"/>
                </a:ext>
              </a:extLst>
            </p:cNvPr>
            <p:cNvSpPr/>
            <p:nvPr/>
          </p:nvSpPr>
          <p:spPr>
            <a:xfrm>
              <a:off x="3389794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7" name="object 15">
              <a:extLst>
                <a:ext uri="{FF2B5EF4-FFF2-40B4-BE49-F238E27FC236}">
                  <a16:creationId xmlns:a16="http://schemas.microsoft.com/office/drawing/2014/main" id="{825CC2C8-4FD4-429E-105E-6FBC99F52527}"/>
                </a:ext>
              </a:extLst>
            </p:cNvPr>
            <p:cNvSpPr/>
            <p:nvPr/>
          </p:nvSpPr>
          <p:spPr>
            <a:xfrm>
              <a:off x="3389794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8" name="object 16">
              <a:extLst>
                <a:ext uri="{FF2B5EF4-FFF2-40B4-BE49-F238E27FC236}">
                  <a16:creationId xmlns:a16="http://schemas.microsoft.com/office/drawing/2014/main" id="{778E714B-347E-168C-C134-907B1E5C44DF}"/>
                </a:ext>
              </a:extLst>
            </p:cNvPr>
            <p:cNvSpPr/>
            <p:nvPr/>
          </p:nvSpPr>
          <p:spPr>
            <a:xfrm>
              <a:off x="3389794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9" name="object 17">
              <a:extLst>
                <a:ext uri="{FF2B5EF4-FFF2-40B4-BE49-F238E27FC236}">
                  <a16:creationId xmlns:a16="http://schemas.microsoft.com/office/drawing/2014/main" id="{25453B88-21FF-E7FF-F02E-35ECF43DDEFB}"/>
                </a:ext>
              </a:extLst>
            </p:cNvPr>
            <p:cNvSpPr/>
            <p:nvPr/>
          </p:nvSpPr>
          <p:spPr>
            <a:xfrm>
              <a:off x="3389794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0" name="object 18">
              <a:extLst>
                <a:ext uri="{FF2B5EF4-FFF2-40B4-BE49-F238E27FC236}">
                  <a16:creationId xmlns:a16="http://schemas.microsoft.com/office/drawing/2014/main" id="{EBFA04C3-4FB2-928B-771A-494863E9571B}"/>
                </a:ext>
              </a:extLst>
            </p:cNvPr>
            <p:cNvSpPr/>
            <p:nvPr/>
          </p:nvSpPr>
          <p:spPr>
            <a:xfrm>
              <a:off x="476454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1" name="object 19">
              <a:extLst>
                <a:ext uri="{FF2B5EF4-FFF2-40B4-BE49-F238E27FC236}">
                  <a16:creationId xmlns:a16="http://schemas.microsoft.com/office/drawing/2014/main" id="{4BA074D3-AE04-E7B5-E035-1F6737F8F6DF}"/>
                </a:ext>
              </a:extLst>
            </p:cNvPr>
            <p:cNvSpPr/>
            <p:nvPr/>
          </p:nvSpPr>
          <p:spPr>
            <a:xfrm>
              <a:off x="476454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2" name="object 20">
              <a:extLst>
                <a:ext uri="{FF2B5EF4-FFF2-40B4-BE49-F238E27FC236}">
                  <a16:creationId xmlns:a16="http://schemas.microsoft.com/office/drawing/2014/main" id="{A2D7493F-BC2E-5BBA-AAAD-2296D9B007B2}"/>
                </a:ext>
              </a:extLst>
            </p:cNvPr>
            <p:cNvSpPr/>
            <p:nvPr/>
          </p:nvSpPr>
          <p:spPr>
            <a:xfrm>
              <a:off x="476454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3" name="object 21">
              <a:extLst>
                <a:ext uri="{FF2B5EF4-FFF2-40B4-BE49-F238E27FC236}">
                  <a16:creationId xmlns:a16="http://schemas.microsoft.com/office/drawing/2014/main" id="{ADBF9DBF-BD61-8F76-DBE8-58905127481E}"/>
                </a:ext>
              </a:extLst>
            </p:cNvPr>
            <p:cNvSpPr/>
            <p:nvPr/>
          </p:nvSpPr>
          <p:spPr>
            <a:xfrm>
              <a:off x="476454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4" name="object 22">
              <a:extLst>
                <a:ext uri="{FF2B5EF4-FFF2-40B4-BE49-F238E27FC236}">
                  <a16:creationId xmlns:a16="http://schemas.microsoft.com/office/drawing/2014/main" id="{D0012E4F-CEF4-4F3A-1D96-8C6BA453A165}"/>
                </a:ext>
              </a:extLst>
            </p:cNvPr>
            <p:cNvSpPr/>
            <p:nvPr/>
          </p:nvSpPr>
          <p:spPr>
            <a:xfrm>
              <a:off x="476454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5" name="object 23">
              <a:extLst>
                <a:ext uri="{FF2B5EF4-FFF2-40B4-BE49-F238E27FC236}">
                  <a16:creationId xmlns:a16="http://schemas.microsoft.com/office/drawing/2014/main" id="{8811C5E1-CEA6-F363-A2F3-4797E9DFC0B7}"/>
                </a:ext>
              </a:extLst>
            </p:cNvPr>
            <p:cNvSpPr/>
            <p:nvPr/>
          </p:nvSpPr>
          <p:spPr>
            <a:xfrm>
              <a:off x="613930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6" name="object 24">
              <a:extLst>
                <a:ext uri="{FF2B5EF4-FFF2-40B4-BE49-F238E27FC236}">
                  <a16:creationId xmlns:a16="http://schemas.microsoft.com/office/drawing/2014/main" id="{692906E7-6910-2D13-EB49-5423AFFD2C45}"/>
                </a:ext>
              </a:extLst>
            </p:cNvPr>
            <p:cNvSpPr/>
            <p:nvPr/>
          </p:nvSpPr>
          <p:spPr>
            <a:xfrm>
              <a:off x="613930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7" name="object 25">
              <a:extLst>
                <a:ext uri="{FF2B5EF4-FFF2-40B4-BE49-F238E27FC236}">
                  <a16:creationId xmlns:a16="http://schemas.microsoft.com/office/drawing/2014/main" id="{DD07228C-37FE-6AF0-D2C3-50181D1A61CC}"/>
                </a:ext>
              </a:extLst>
            </p:cNvPr>
            <p:cNvSpPr/>
            <p:nvPr/>
          </p:nvSpPr>
          <p:spPr>
            <a:xfrm>
              <a:off x="613930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6"/>
                  </a:lnTo>
                  <a:lnTo>
                    <a:pt x="365885" y="9310"/>
                  </a:lnTo>
                  <a:lnTo>
                    <a:pt x="321970" y="20603"/>
                  </a:lnTo>
                  <a:lnTo>
                    <a:pt x="279869" y="36013"/>
                  </a:lnTo>
                  <a:lnTo>
                    <a:pt x="239812" y="55310"/>
                  </a:lnTo>
                  <a:lnTo>
                    <a:pt x="202030" y="78265"/>
                  </a:lnTo>
                  <a:lnTo>
                    <a:pt x="166754" y="104646"/>
                  </a:lnTo>
                  <a:lnTo>
                    <a:pt x="134213" y="134223"/>
                  </a:lnTo>
                  <a:lnTo>
                    <a:pt x="104637" y="166766"/>
                  </a:lnTo>
                  <a:lnTo>
                    <a:pt x="78258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8" y="714471"/>
                  </a:lnTo>
                  <a:lnTo>
                    <a:pt x="104637" y="749749"/>
                  </a:lnTo>
                  <a:lnTo>
                    <a:pt x="134213" y="782292"/>
                  </a:lnTo>
                  <a:lnTo>
                    <a:pt x="166754" y="811870"/>
                  </a:lnTo>
                  <a:lnTo>
                    <a:pt x="202030" y="838251"/>
                  </a:lnTo>
                  <a:lnTo>
                    <a:pt x="239812" y="861205"/>
                  </a:lnTo>
                  <a:lnTo>
                    <a:pt x="279869" y="880503"/>
                  </a:lnTo>
                  <a:lnTo>
                    <a:pt x="321970" y="895913"/>
                  </a:lnTo>
                  <a:lnTo>
                    <a:pt x="365885" y="907206"/>
                  </a:lnTo>
                  <a:lnTo>
                    <a:pt x="411384" y="914150"/>
                  </a:lnTo>
                  <a:lnTo>
                    <a:pt x="458237" y="916516"/>
                  </a:lnTo>
                  <a:lnTo>
                    <a:pt x="505092" y="914150"/>
                  </a:lnTo>
                  <a:lnTo>
                    <a:pt x="550593" y="907206"/>
                  </a:lnTo>
                  <a:lnTo>
                    <a:pt x="594510" y="895913"/>
                  </a:lnTo>
                  <a:lnTo>
                    <a:pt x="636613" y="880503"/>
                  </a:lnTo>
                  <a:lnTo>
                    <a:pt x="676671" y="861205"/>
                  </a:lnTo>
                  <a:lnTo>
                    <a:pt x="714455" y="838251"/>
                  </a:lnTo>
                  <a:lnTo>
                    <a:pt x="749733" y="811870"/>
                  </a:lnTo>
                  <a:lnTo>
                    <a:pt x="782275" y="782292"/>
                  </a:lnTo>
                  <a:lnTo>
                    <a:pt x="811852" y="749749"/>
                  </a:lnTo>
                  <a:lnTo>
                    <a:pt x="838233" y="714471"/>
                  </a:lnTo>
                  <a:lnTo>
                    <a:pt x="861186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6" y="239828"/>
                  </a:lnTo>
                  <a:lnTo>
                    <a:pt x="838233" y="202045"/>
                  </a:lnTo>
                  <a:lnTo>
                    <a:pt x="811852" y="166766"/>
                  </a:lnTo>
                  <a:lnTo>
                    <a:pt x="782275" y="134223"/>
                  </a:lnTo>
                  <a:lnTo>
                    <a:pt x="749733" y="104646"/>
                  </a:lnTo>
                  <a:lnTo>
                    <a:pt x="714455" y="78265"/>
                  </a:lnTo>
                  <a:lnTo>
                    <a:pt x="676671" y="55310"/>
                  </a:lnTo>
                  <a:lnTo>
                    <a:pt x="636613" y="36013"/>
                  </a:lnTo>
                  <a:lnTo>
                    <a:pt x="594510" y="20603"/>
                  </a:lnTo>
                  <a:lnTo>
                    <a:pt x="550593" y="9310"/>
                  </a:lnTo>
                  <a:lnTo>
                    <a:pt x="505092" y="2366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8" name="object 26">
              <a:extLst>
                <a:ext uri="{FF2B5EF4-FFF2-40B4-BE49-F238E27FC236}">
                  <a16:creationId xmlns:a16="http://schemas.microsoft.com/office/drawing/2014/main" id="{6DFA69EA-80F2-988D-ACDD-F8D0F4AADFEF}"/>
                </a:ext>
              </a:extLst>
            </p:cNvPr>
            <p:cNvSpPr/>
            <p:nvPr/>
          </p:nvSpPr>
          <p:spPr>
            <a:xfrm>
              <a:off x="613930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9" name="object 27">
              <a:extLst>
                <a:ext uri="{FF2B5EF4-FFF2-40B4-BE49-F238E27FC236}">
                  <a16:creationId xmlns:a16="http://schemas.microsoft.com/office/drawing/2014/main" id="{08CAE3CD-CB26-4D50-4E57-ED2AAEEB4964}"/>
                </a:ext>
              </a:extLst>
            </p:cNvPr>
            <p:cNvSpPr/>
            <p:nvPr/>
          </p:nvSpPr>
          <p:spPr>
            <a:xfrm>
              <a:off x="613930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2BC8CD62-55FB-CC36-745A-8BF7738F45C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223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0F2D2D-6194-2442-9917-9E00F477B7A2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89935-24F5-AF44-AEE1-95F5537DD9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7717AAA-298D-5341-8052-B6C07824D9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2 column Content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AA818A-A352-BB48-835A-E650BD3A4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5256362" cy="435133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EBE6818-62A8-C449-9F4A-00CF93DAD01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06551" y="1825625"/>
            <a:ext cx="5256362" cy="435133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b="1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15875" indent="0">
              <a:lnSpc>
                <a:spcPct val="120000"/>
              </a:lnSpc>
              <a:buNone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457200" indent="-228600">
              <a:lnSpc>
                <a:spcPct val="12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685800" indent="-22860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28800" indent="0">
              <a:lnSpc>
                <a:spcPct val="120000"/>
              </a:lnSpc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7EFFE0-6315-5A6B-8B2A-BB94F1B8E3A8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90187F-EE53-9BB3-2346-4C5D457942C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1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4B0158-5419-FA07-BBE0-A39FDBE8451D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E84DFA-A97A-8053-C293-690B04AB518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0732" y="1742126"/>
            <a:ext cx="329782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D6F4-0B8A-F080-0E5C-6D98A002685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0732" y="2566038"/>
            <a:ext cx="329782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02513-7854-00EB-869A-D15DD067B9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47095" y="1742126"/>
            <a:ext cx="329782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67918-8A2C-2CC3-371A-EF4EFF847E1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47095" y="2566038"/>
            <a:ext cx="329782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D4BBB3D-BD29-D027-AE92-5CD25D675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815" y="1742126"/>
            <a:ext cx="329782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5EA39C2-4126-6C54-3496-A52E9606F99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28815" y="2566038"/>
            <a:ext cx="329782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46497D7-F1B7-F8DD-0112-16C26B319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3 Column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94C26F-0E6E-8609-C2F4-45B572D5C6AD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11242C-4C1A-8CFA-37DE-EE9F8427C2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3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905706C-0CCC-2A5B-D16F-3F50B335EFB0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4E871E-530A-588D-1CD8-605730C6DAD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0590" y="1734437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D6F4-0B8A-F080-0E5C-6D98A002685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0590" y="2558349"/>
            <a:ext cx="243928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02513-7854-00EB-869A-D15DD067B9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55267" y="1734437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67918-8A2C-2CC3-371A-EF4EFF847E1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55267" y="2558349"/>
            <a:ext cx="243928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D4BBB3D-BD29-D027-AE92-5CD25D675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9945" y="1734437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5EA39C2-4126-6C54-3496-A52E9606F99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69945" y="2558349"/>
            <a:ext cx="243928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C7AA1EB-4B62-3D92-555B-E26E0C3639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7998" y="1734437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77466C3-AA6C-BC31-5FC3-1D66C3F8C6B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7998" y="2558349"/>
            <a:ext cx="2439287" cy="3684588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A821E22-2201-CE3C-CF17-AF7AF3744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4 Column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717823-DEFB-A51A-8641-B1F25A538978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F49B62-B89C-BB97-E07B-39DA7675C0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0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Pictur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1EF56F-BC74-9FA7-6372-3362D54C534B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0409CF0-6945-3D30-660D-20E6F63071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0732" y="3065077"/>
            <a:ext cx="329782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8F427DB-9394-FE7D-0670-57511B1556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0732" y="3902895"/>
            <a:ext cx="3297827" cy="2676522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3797B4FC-481D-8B28-3832-CAC50674792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47095" y="3902895"/>
            <a:ext cx="3297827" cy="2676522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EF23D13-7305-DD35-D059-B5339D818BC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28815" y="3902895"/>
            <a:ext cx="3297827" cy="2676522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F3D66C9-BE02-3AE8-C07B-748FBB391F45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30732" y="1704594"/>
            <a:ext cx="3288401" cy="1206631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C785A6B-6AD3-3D71-70FF-5CD7009F556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440881" y="3065077"/>
            <a:ext cx="329782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D3CE7EC-6A3D-CFB1-43B3-CE8A72F48B2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51029" y="3065077"/>
            <a:ext cx="329782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11C35C7-B681-A3E4-523E-18B75C444A2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440881" y="1704594"/>
            <a:ext cx="3288401" cy="1206631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2A3B0DB-579A-EAAE-DB55-DFE89BF7DF2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351029" y="1704594"/>
            <a:ext cx="3288401" cy="1206631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FC7999-FC78-CEA0-A8F2-DAABAC64C0F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6C7702C6-61E5-78D9-1185-D662FB902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3 Column picture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4711F3-286D-CF8D-0D22-B62D129E8E95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476E7-55CC-27CD-FD4B-A4E8E57CCE0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5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Pictur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905706C-0CCC-2A5B-D16F-3F50B335EFB0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4E871E-530A-588D-1CD8-605730C6DAD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0590" y="2711810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D6F4-0B8A-F080-0E5C-6D98A002685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0590" y="3535722"/>
            <a:ext cx="2439287" cy="298395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02513-7854-00EB-869A-D15DD067B9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55267" y="2711810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67918-8A2C-2CC3-371A-EF4EFF847E1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55267" y="3535722"/>
            <a:ext cx="2439287" cy="298395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D4BBB3D-BD29-D027-AE92-5CD25D675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69945" y="2711810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5EA39C2-4126-6C54-3496-A52E9606F99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69945" y="3535722"/>
            <a:ext cx="2439287" cy="298395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C7AA1EB-4B62-3D92-555B-E26E0C3639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7998" y="2711810"/>
            <a:ext cx="24392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77466C3-AA6C-BC31-5FC3-1D66C3F8C6B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7998" y="3535722"/>
            <a:ext cx="2439287" cy="298395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A821E22-2201-CE3C-CF17-AF7AF3744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4 column picture comparison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67A8D9A-8638-8331-D389-A2BB8D0FB68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47562" y="1708976"/>
            <a:ext cx="2432315" cy="912013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07D7085-B9A0-6B72-096C-0E2803499A58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455267" y="1708976"/>
            <a:ext cx="2432315" cy="912013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9B11BA5-E789-DCB0-4985-E2BBE1B6C38D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369945" y="1708976"/>
            <a:ext cx="2432315" cy="912013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928D0F2B-E49D-088D-CD54-D77BD25A368D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9207998" y="1708976"/>
            <a:ext cx="2432315" cy="912013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C26AA6-AF55-9493-02C8-C40A612BE913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1E2A7C-17EF-E864-7554-F8F43F6E595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6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67E3-B789-2044-86E9-8B1CD84FB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5675" y="536578"/>
            <a:ext cx="10515600" cy="857500"/>
          </a:xfrm>
        </p:spPr>
        <p:txBody>
          <a:bodyPr lIns="0" anchor="t">
            <a:normAutofit/>
          </a:bodyPr>
          <a:lstStyle>
            <a:lvl1pPr>
              <a:defRPr sz="3200" b="1" i="0" cap="all" spc="-6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Title Blank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F9D8C-691A-2243-AF59-DBCFF1DC4B4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1F27F7-8EA5-1A4E-D104-A96EB643A90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84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4AAAD7-49C4-4A61-B775-529D78C0A1A4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A8559C7-C064-0D6D-4A62-0D6FB2945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3 icons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25F6F-42A1-E401-977C-4449EBDC061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7170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02513-7854-00EB-869A-D15DD067B9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067300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2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D4BBB3D-BD29-D027-AE92-5CD25D675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08938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937E6E-929B-A8EE-42C2-748709CF492D}"/>
              </a:ext>
            </a:extLst>
          </p:cNvPr>
          <p:cNvSpPr/>
          <p:nvPr/>
        </p:nvSpPr>
        <p:spPr>
          <a:xfrm>
            <a:off x="1664749" y="2050739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A7A5DD1D-E03B-19E8-AF93-F817A60E4E5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53910" y="2337468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F2B017-E499-C4E7-6F92-371410E44AFE}"/>
              </a:ext>
            </a:extLst>
          </p:cNvPr>
          <p:cNvSpPr/>
          <p:nvPr/>
        </p:nvSpPr>
        <p:spPr>
          <a:xfrm>
            <a:off x="5231950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839C920-3711-499D-0A0B-B448BAE244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500171" y="2310547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EEF7DA-3198-7FF2-16D4-3A21DEA08F6D}"/>
              </a:ext>
            </a:extLst>
          </p:cNvPr>
          <p:cNvSpPr/>
          <p:nvPr/>
        </p:nvSpPr>
        <p:spPr>
          <a:xfrm>
            <a:off x="8775763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65936B8C-E619-E63B-4703-FF6B8D5436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6432" y="2299135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FE09C8-FD60-0BF8-9E3E-CB9A6F7C751F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DBF02F-4EAF-BF25-E9BC-08A8D7E265E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26520C5-487C-786C-A798-6EA1A222A23B}"/>
              </a:ext>
            </a:extLst>
          </p:cNvPr>
          <p:cNvSpPr/>
          <p:nvPr/>
        </p:nvSpPr>
        <p:spPr>
          <a:xfrm>
            <a:off x="1664749" y="2050739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F7A289-AD67-5D04-240B-EFFFC5B12B79}"/>
              </a:ext>
            </a:extLst>
          </p:cNvPr>
          <p:cNvSpPr/>
          <p:nvPr/>
        </p:nvSpPr>
        <p:spPr>
          <a:xfrm>
            <a:off x="5231950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01CC5E9-27EA-3DF7-0091-9509A0423CD2}"/>
              </a:ext>
            </a:extLst>
          </p:cNvPr>
          <p:cNvSpPr/>
          <p:nvPr/>
        </p:nvSpPr>
        <p:spPr>
          <a:xfrm>
            <a:off x="8775763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99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85F99E-D033-EC71-A65F-2529B9C08F0E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4C7FA3-B190-19A2-3CC6-9872ABDCC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4 Icons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0534FE-311B-80EB-168D-E6B63CC2A5B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4172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02513-7854-00EB-869A-D15DD067B9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30767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2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D4BBB3D-BD29-D027-AE92-5CD25D675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7362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937E6E-929B-A8EE-42C2-748709CF492D}"/>
              </a:ext>
            </a:extLst>
          </p:cNvPr>
          <p:cNvSpPr/>
          <p:nvPr/>
        </p:nvSpPr>
        <p:spPr>
          <a:xfrm>
            <a:off x="891751" y="2050739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A7A5DD1D-E03B-19E8-AF93-F817A60E4E5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80912" y="2337468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F2B017-E499-C4E7-6F92-371410E44AFE}"/>
              </a:ext>
            </a:extLst>
          </p:cNvPr>
          <p:cNvSpPr/>
          <p:nvPr/>
        </p:nvSpPr>
        <p:spPr>
          <a:xfrm>
            <a:off x="3895417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839C920-3711-499D-0A0B-B448BAE244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63638" y="2310547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EEF7DA-3198-7FF2-16D4-3A21DEA08F6D}"/>
              </a:ext>
            </a:extLst>
          </p:cNvPr>
          <p:cNvSpPr/>
          <p:nvPr/>
        </p:nvSpPr>
        <p:spPr>
          <a:xfrm>
            <a:off x="6894187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65936B8C-E619-E63B-4703-FF6B8D5436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164856" y="2299135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E29F85-BD43-5F8A-F958-52754E2C59F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55463" y="4022559"/>
            <a:ext cx="2057400" cy="725846"/>
          </a:xfrm>
        </p:spPr>
        <p:txBody>
          <a:bodyPr anchor="t"/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item 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63E505-AA18-5B1F-CA0F-DFAB5C9881F2}"/>
              </a:ext>
            </a:extLst>
          </p:cNvPr>
          <p:cNvSpPr/>
          <p:nvPr/>
        </p:nvSpPr>
        <p:spPr>
          <a:xfrm>
            <a:off x="9622288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C799570-1A2E-71ED-2848-A76B986C183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892957" y="2299135"/>
            <a:ext cx="1182412" cy="1222625"/>
          </a:xfrm>
        </p:spPr>
        <p:txBody>
          <a:bodyPr>
            <a:normAutofit/>
          </a:bodyPr>
          <a:lstStyle>
            <a:lvl1pPr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BC9E2-E28E-24DA-41EA-FE98426EBE26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70FB5A-0E4F-FDC6-676B-2A7D392CB82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00700D9-8084-9E51-1E99-36AF612CC871}"/>
              </a:ext>
            </a:extLst>
          </p:cNvPr>
          <p:cNvSpPr/>
          <p:nvPr/>
        </p:nvSpPr>
        <p:spPr>
          <a:xfrm>
            <a:off x="891751" y="2050739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B00B352-A89E-2C7E-C447-AE48DF9957A8}"/>
              </a:ext>
            </a:extLst>
          </p:cNvPr>
          <p:cNvSpPr/>
          <p:nvPr/>
        </p:nvSpPr>
        <p:spPr>
          <a:xfrm>
            <a:off x="3895417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7E3D66C-807B-E29F-3AAD-6E34A876FD9C}"/>
              </a:ext>
            </a:extLst>
          </p:cNvPr>
          <p:cNvSpPr/>
          <p:nvPr/>
        </p:nvSpPr>
        <p:spPr>
          <a:xfrm>
            <a:off x="6894187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C516D1-9A87-50A9-2131-DEF06E551FD5}"/>
              </a:ext>
            </a:extLst>
          </p:cNvPr>
          <p:cNvSpPr/>
          <p:nvPr/>
        </p:nvSpPr>
        <p:spPr>
          <a:xfrm>
            <a:off x="9622288" y="2050741"/>
            <a:ext cx="1742242" cy="174224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276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23EF2C-E4E0-556E-9937-B605A93D1607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69859C-2BB3-230F-39C0-C38C76D78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4 sections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705708-4ACA-A274-AFF8-CEAED61D0D0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8469" y="1790891"/>
            <a:ext cx="5431597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D6F4-0B8A-F080-0E5C-6D98A002685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8469" y="2315600"/>
            <a:ext cx="5431597" cy="1649683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2A4481-CB14-AA4E-ED99-4C2EBE1AFF3F}"/>
              </a:ext>
            </a:extLst>
          </p:cNvPr>
          <p:cNvCxnSpPr>
            <a:cxnSpLocks/>
          </p:cNvCxnSpPr>
          <p:nvPr/>
        </p:nvCxnSpPr>
        <p:spPr>
          <a:xfrm>
            <a:off x="538469" y="4117310"/>
            <a:ext cx="11131817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48FCA-A3F5-D6C8-7865-97A03840426B}"/>
              </a:ext>
            </a:extLst>
          </p:cNvPr>
          <p:cNvCxnSpPr>
            <a:cxnSpLocks/>
          </p:cNvCxnSpPr>
          <p:nvPr/>
        </p:nvCxnSpPr>
        <p:spPr>
          <a:xfrm>
            <a:off x="6096000" y="1789112"/>
            <a:ext cx="0" cy="4702562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DBB36AB-E026-1510-6E46-298EE2C04E4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8469" y="4317274"/>
            <a:ext cx="5431597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DA6F56D-C80F-DF01-BA95-70AE7BBE71A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38469" y="4841983"/>
            <a:ext cx="5431597" cy="1649683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A528C03-BBE2-CDFF-6E3B-693CB9729A7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21928" y="1790891"/>
            <a:ext cx="5448358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63AF9B-CD48-278A-B438-6E521E3BDA1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21928" y="2315600"/>
            <a:ext cx="5448358" cy="1649683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690C8D7-AFA9-8F5A-A38E-20BBDB61486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21928" y="4317274"/>
            <a:ext cx="5448358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8E6950-0B6E-59EB-5413-7D03033B50B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21928" y="4841983"/>
            <a:ext cx="5448358" cy="1649683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FABAB7-25FC-84A4-D479-3238589568F0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F4A8B2-9D64-095D-9493-360A080FF9A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50BE19-2D9B-3CFF-7EEC-ACFEB033ED86}"/>
              </a:ext>
            </a:extLst>
          </p:cNvPr>
          <p:cNvCxnSpPr>
            <a:cxnSpLocks/>
          </p:cNvCxnSpPr>
          <p:nvPr/>
        </p:nvCxnSpPr>
        <p:spPr>
          <a:xfrm>
            <a:off x="538469" y="4117310"/>
            <a:ext cx="11131817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21C908-2A22-3F66-B8AF-A710D78D2F16}"/>
              </a:ext>
            </a:extLst>
          </p:cNvPr>
          <p:cNvCxnSpPr>
            <a:cxnSpLocks/>
          </p:cNvCxnSpPr>
          <p:nvPr/>
        </p:nvCxnSpPr>
        <p:spPr>
          <a:xfrm>
            <a:off x="6096000" y="1789112"/>
            <a:ext cx="0" cy="4702562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504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2F0B780-CF8D-47D0-D625-D1BB8BA5B03B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15710-C5AD-C0D4-B4F3-70689187E948}"/>
              </a:ext>
            </a:extLst>
          </p:cNvPr>
          <p:cNvCxnSpPr>
            <a:cxnSpLocks/>
          </p:cNvCxnSpPr>
          <p:nvPr/>
        </p:nvCxnSpPr>
        <p:spPr>
          <a:xfrm>
            <a:off x="538469" y="3321782"/>
            <a:ext cx="11131817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094F-F4B7-7A71-A2C8-4BFB965D6A37}"/>
              </a:ext>
            </a:extLst>
          </p:cNvPr>
          <p:cNvCxnSpPr>
            <a:cxnSpLocks/>
          </p:cNvCxnSpPr>
          <p:nvPr/>
        </p:nvCxnSpPr>
        <p:spPr>
          <a:xfrm>
            <a:off x="6096000" y="1798256"/>
            <a:ext cx="0" cy="4702562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1EF31-1AC7-3564-203D-393EF1692F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8470" y="1800035"/>
            <a:ext cx="5459106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D6F4-0B8A-F080-0E5C-6D98A002685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8470" y="2324745"/>
            <a:ext cx="5459106" cy="76357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A528C03-BBE2-CDFF-6E3B-693CB9729A7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21928" y="1800035"/>
            <a:ext cx="5448357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63AF9B-CD48-278A-B438-6E521E3BDA1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21928" y="2324745"/>
            <a:ext cx="5448357" cy="76357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4B90D1-2D1F-EFD9-53D5-B7754EEA191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38470" y="3515715"/>
            <a:ext cx="5459106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915278E-33A7-A4F7-643B-000187FBA54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38470" y="4040425"/>
            <a:ext cx="5459106" cy="76357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90EF022-5BFD-9C2B-04CC-E55C5CE9CF9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21928" y="3515715"/>
            <a:ext cx="5448357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7C2ED77-A9A3-3F45-BFC0-FF4B344BABD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21928" y="4040425"/>
            <a:ext cx="5448357" cy="76357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6F84552-1D75-912E-12AC-BE7B5364AF00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38470" y="5212538"/>
            <a:ext cx="5459106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2514547-3E78-E132-959A-5394095067CA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538470" y="5737248"/>
            <a:ext cx="5459106" cy="76357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14D274-751F-78E2-B16D-3A05CF8838A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221928" y="5212538"/>
            <a:ext cx="5448357" cy="496429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E254144-EE9E-2B30-2F5B-39291D234007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221928" y="5737248"/>
            <a:ext cx="5448357" cy="763570"/>
          </a:xfrm>
        </p:spPr>
        <p:txBody>
          <a:bodyPr/>
          <a:lstStyle/>
          <a:p>
            <a:pPr lvl="1"/>
            <a:r>
              <a:rPr lang="en-US"/>
              <a:t>Click to edit column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86262B-F28D-342E-0245-91FCBF4C8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6 sections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E24B7C6-F532-0A80-B60A-5753C651DC6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2956B4-77BB-740A-80E8-5A208DAC3B97}"/>
              </a:ext>
            </a:extLst>
          </p:cNvPr>
          <p:cNvCxnSpPr>
            <a:cxnSpLocks/>
          </p:cNvCxnSpPr>
          <p:nvPr/>
        </p:nvCxnSpPr>
        <p:spPr>
          <a:xfrm>
            <a:off x="538469" y="5022566"/>
            <a:ext cx="11131817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4C7C71-13AB-CA35-9C33-074F47CA72FE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B50ACC-7FA6-E117-37AB-A3D3E4951378}"/>
              </a:ext>
            </a:extLst>
          </p:cNvPr>
          <p:cNvCxnSpPr>
            <a:cxnSpLocks/>
          </p:cNvCxnSpPr>
          <p:nvPr/>
        </p:nvCxnSpPr>
        <p:spPr>
          <a:xfrm>
            <a:off x="538469" y="3321782"/>
            <a:ext cx="11131817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EE77EB-EE98-B8A1-0F43-E8C7C5704CEF}"/>
              </a:ext>
            </a:extLst>
          </p:cNvPr>
          <p:cNvCxnSpPr>
            <a:cxnSpLocks/>
          </p:cNvCxnSpPr>
          <p:nvPr/>
        </p:nvCxnSpPr>
        <p:spPr>
          <a:xfrm>
            <a:off x="6096000" y="1798256"/>
            <a:ext cx="0" cy="4702562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F1263887-8F9B-64EF-F132-A5AE5A9AF10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EC11AC-734F-684C-E578-39C71A18E19B}"/>
              </a:ext>
            </a:extLst>
          </p:cNvPr>
          <p:cNvCxnSpPr>
            <a:cxnSpLocks/>
          </p:cNvCxnSpPr>
          <p:nvPr/>
        </p:nvCxnSpPr>
        <p:spPr>
          <a:xfrm>
            <a:off x="538469" y="5022566"/>
            <a:ext cx="11131817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872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62F456-264B-52FF-42A5-0A7D4A654A4A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50">
            <a:extLst>
              <a:ext uri="{FF2B5EF4-FFF2-40B4-BE49-F238E27FC236}">
                <a16:creationId xmlns:a16="http://schemas.microsoft.com/office/drawing/2014/main" id="{EC7EB442-ED11-C4A2-FCA9-FC299157D0D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7173" y="2243035"/>
            <a:ext cx="1071841" cy="1095375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F9DBCE-2E14-7BE6-383D-4F9CBF543AC0}"/>
              </a:ext>
            </a:extLst>
          </p:cNvPr>
          <p:cNvCxnSpPr>
            <a:cxnSpLocks/>
          </p:cNvCxnSpPr>
          <p:nvPr/>
        </p:nvCxnSpPr>
        <p:spPr>
          <a:xfrm>
            <a:off x="896513" y="3573316"/>
            <a:ext cx="321250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5130238-91C9-70FA-E27D-15BFC0B3AD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6938" y="2513090"/>
            <a:ext cx="2065337" cy="831850"/>
          </a:xfrm>
        </p:spPr>
        <p:txBody>
          <a:bodyPr anchor="b"/>
          <a:lstStyle>
            <a:lvl1pPr marL="0" indent="0">
              <a:buNone/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62B2A3A-79DC-43E1-B948-9A4357230EF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6938" y="3821038"/>
            <a:ext cx="3211512" cy="1339850"/>
          </a:xfr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1"/>
            <a:r>
              <a:rPr lang="en-US"/>
              <a:t>Click to edit column text</a:t>
            </a:r>
          </a:p>
        </p:txBody>
      </p:sp>
      <p:sp>
        <p:nvSpPr>
          <p:cNvPr id="24" name="Picture Placeholder 50">
            <a:extLst>
              <a:ext uri="{FF2B5EF4-FFF2-40B4-BE49-F238E27FC236}">
                <a16:creationId xmlns:a16="http://schemas.microsoft.com/office/drawing/2014/main" id="{94DC4A98-FD4D-DE47-6494-ED36B4464EF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74895" y="2243035"/>
            <a:ext cx="1071841" cy="1095375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D96E39-50C2-DC18-1554-907E602E865E}"/>
              </a:ext>
            </a:extLst>
          </p:cNvPr>
          <p:cNvCxnSpPr>
            <a:cxnSpLocks/>
          </p:cNvCxnSpPr>
          <p:nvPr/>
        </p:nvCxnSpPr>
        <p:spPr>
          <a:xfrm>
            <a:off x="4534235" y="3573316"/>
            <a:ext cx="321250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19F305-6D57-5D6D-9D84-A758DD7298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4660" y="2513090"/>
            <a:ext cx="2065337" cy="831850"/>
          </a:xfrm>
        </p:spPr>
        <p:txBody>
          <a:bodyPr anchor="b"/>
          <a:lstStyle>
            <a:lvl1pPr marL="0" indent="0">
              <a:buNone/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8" name="Picture Placeholder 50">
            <a:extLst>
              <a:ext uri="{FF2B5EF4-FFF2-40B4-BE49-F238E27FC236}">
                <a16:creationId xmlns:a16="http://schemas.microsoft.com/office/drawing/2014/main" id="{A8413AA0-C678-0AC8-68B9-EC93805699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0312617" y="2243035"/>
            <a:ext cx="1071841" cy="1095375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9ACF382-2405-E160-6D1F-835EA763EEB7}"/>
              </a:ext>
            </a:extLst>
          </p:cNvPr>
          <p:cNvCxnSpPr>
            <a:cxnSpLocks/>
          </p:cNvCxnSpPr>
          <p:nvPr/>
        </p:nvCxnSpPr>
        <p:spPr>
          <a:xfrm>
            <a:off x="8171957" y="3573316"/>
            <a:ext cx="321250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4D22DCA4-7965-12E6-D9C1-369EB6F35C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72382" y="2513090"/>
            <a:ext cx="2065337" cy="831850"/>
          </a:xfrm>
        </p:spPr>
        <p:txBody>
          <a:bodyPr anchor="b"/>
          <a:lstStyle>
            <a:lvl1pPr marL="0" indent="0">
              <a:buNone/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66269276-5166-01B9-BB5C-4BB94C5114B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36250" y="3821038"/>
            <a:ext cx="3211512" cy="1339850"/>
          </a:xfr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1"/>
            <a:r>
              <a:rPr lang="en-US"/>
              <a:t>Click to edit column text</a:t>
            </a:r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0701D4A2-5BF3-74B8-767A-A59E19D998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75562" y="3821038"/>
            <a:ext cx="3211512" cy="1339850"/>
          </a:xfr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1"/>
            <a:r>
              <a:rPr lang="en-US"/>
              <a:t>Click to edit column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E2C081-D5ED-E207-4160-E6CC75AEB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31653"/>
            <a:ext cx="11112000" cy="759035"/>
          </a:xfrm>
        </p:spPr>
        <p:txBody>
          <a:bodyPr lIns="0" anchor="t">
            <a:normAutofit/>
          </a:bodyPr>
          <a:lstStyle>
            <a:lvl1pPr>
              <a:defRPr sz="3200" b="1" i="0" cap="all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Statistics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A922D1-25EE-8858-74C0-45535BC3B1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691627-C061-7697-26A4-DE09DC620827}"/>
              </a:ext>
            </a:extLst>
          </p:cNvPr>
          <p:cNvSpPr/>
          <p:nvPr/>
        </p:nvSpPr>
        <p:spPr>
          <a:xfrm>
            <a:off x="0" y="569343"/>
            <a:ext cx="12192000" cy="6288657"/>
          </a:xfrm>
          <a:prstGeom prst="rect">
            <a:avLst/>
          </a:prstGeom>
          <a:solidFill>
            <a:schemeClr val="bg2">
              <a:alpha val="2992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2537A8-7102-AB17-E447-2E780CCAFE74}"/>
              </a:ext>
            </a:extLst>
          </p:cNvPr>
          <p:cNvCxnSpPr>
            <a:cxnSpLocks/>
          </p:cNvCxnSpPr>
          <p:nvPr/>
        </p:nvCxnSpPr>
        <p:spPr>
          <a:xfrm>
            <a:off x="896513" y="3573316"/>
            <a:ext cx="321250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BD4ADE-557C-0246-F163-D22FC82317A9}"/>
              </a:ext>
            </a:extLst>
          </p:cNvPr>
          <p:cNvCxnSpPr>
            <a:cxnSpLocks/>
          </p:cNvCxnSpPr>
          <p:nvPr/>
        </p:nvCxnSpPr>
        <p:spPr>
          <a:xfrm>
            <a:off x="4534235" y="3573316"/>
            <a:ext cx="321250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711FC-3A05-29A0-0514-B420742F314B}"/>
              </a:ext>
            </a:extLst>
          </p:cNvPr>
          <p:cNvCxnSpPr>
            <a:cxnSpLocks/>
          </p:cNvCxnSpPr>
          <p:nvPr/>
        </p:nvCxnSpPr>
        <p:spPr>
          <a:xfrm>
            <a:off x="8171957" y="3573316"/>
            <a:ext cx="321250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C61E169-18C2-4FBE-46C6-394C2DD45C9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1" y="266914"/>
            <a:ext cx="454143" cy="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48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BAFEB3F8-5A9E-9B40-B7CC-23679AF3CC01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74"/>
                </a:lnTo>
                <a:lnTo>
                  <a:pt x="20093629" y="11298074"/>
                </a:lnTo>
                <a:lnTo>
                  <a:pt x="20093629" y="0"/>
                </a:lnTo>
                <a:close/>
              </a:path>
            </a:pathLst>
          </a:custGeom>
          <a:solidFill>
            <a:srgbClr val="38298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93197-5567-6843-A276-9C9BF9E62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44" y="877321"/>
            <a:ext cx="7777312" cy="2757759"/>
          </a:xfrm>
        </p:spPr>
        <p:txBody>
          <a:bodyPr lIns="0" rIns="90000" anchor="b">
            <a:normAutofit/>
          </a:bodyPr>
          <a:lstStyle>
            <a:lvl1pPr algn="ctr">
              <a:defRPr sz="5000" b="1" i="0" cap="all" spc="-8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03237-C55D-7C47-80FD-E1D1D5F52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1700" y="3732584"/>
            <a:ext cx="7829550" cy="1753211"/>
          </a:xfrm>
        </p:spPr>
        <p:txBody>
          <a:bodyPr lIns="0" rIns="90000"/>
          <a:lstStyle>
            <a:lvl1pPr marL="0" indent="0" algn="ctr">
              <a:buNone/>
              <a:defRPr sz="3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817299-3215-6E47-B01E-3408D4C29835}"/>
              </a:ext>
            </a:extLst>
          </p:cNvPr>
          <p:cNvGrpSpPr/>
          <p:nvPr/>
        </p:nvGrpSpPr>
        <p:grpSpPr>
          <a:xfrm>
            <a:off x="3170570" y="507950"/>
            <a:ext cx="5850860" cy="5850426"/>
            <a:chOff x="640282" y="738004"/>
            <a:chExt cx="6415961" cy="6415935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D7314FD4-21D9-2E4E-B73F-301B350E7835}"/>
                </a:ext>
              </a:extLst>
            </p:cNvPr>
            <p:cNvSpPr/>
            <p:nvPr/>
          </p:nvSpPr>
          <p:spPr>
            <a:xfrm>
              <a:off x="640301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662299E3-FD93-E54E-9011-1A7E161D8DA4}"/>
                </a:ext>
              </a:extLst>
            </p:cNvPr>
            <p:cNvSpPr/>
            <p:nvPr/>
          </p:nvSpPr>
          <p:spPr>
            <a:xfrm>
              <a:off x="640282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CEDFDF3B-E992-9C45-B83C-DB708D0BC227}"/>
                </a:ext>
              </a:extLst>
            </p:cNvPr>
            <p:cNvSpPr/>
            <p:nvPr/>
          </p:nvSpPr>
          <p:spPr>
            <a:xfrm>
              <a:off x="640282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2" y="914150"/>
                  </a:lnTo>
                  <a:lnTo>
                    <a:pt x="550603" y="907206"/>
                  </a:lnTo>
                  <a:lnTo>
                    <a:pt x="594520" y="895913"/>
                  </a:lnTo>
                  <a:lnTo>
                    <a:pt x="636623" y="880503"/>
                  </a:lnTo>
                  <a:lnTo>
                    <a:pt x="676682" y="861205"/>
                  </a:lnTo>
                  <a:lnTo>
                    <a:pt x="714465" y="838251"/>
                  </a:lnTo>
                  <a:lnTo>
                    <a:pt x="749743" y="811870"/>
                  </a:lnTo>
                  <a:lnTo>
                    <a:pt x="782286" y="782292"/>
                  </a:lnTo>
                  <a:lnTo>
                    <a:pt x="811863" y="749749"/>
                  </a:lnTo>
                  <a:lnTo>
                    <a:pt x="838243" y="714471"/>
                  </a:lnTo>
                  <a:lnTo>
                    <a:pt x="861197" y="676687"/>
                  </a:lnTo>
                  <a:lnTo>
                    <a:pt x="880494" y="636629"/>
                  </a:lnTo>
                  <a:lnTo>
                    <a:pt x="895903" y="594527"/>
                  </a:lnTo>
                  <a:lnTo>
                    <a:pt x="907196" y="550611"/>
                  </a:lnTo>
                  <a:lnTo>
                    <a:pt x="914140" y="505111"/>
                  </a:lnTo>
                  <a:lnTo>
                    <a:pt x="916506" y="458258"/>
                  </a:lnTo>
                  <a:lnTo>
                    <a:pt x="914140" y="411405"/>
                  </a:lnTo>
                  <a:lnTo>
                    <a:pt x="907196" y="365905"/>
                  </a:lnTo>
                  <a:lnTo>
                    <a:pt x="895903" y="321989"/>
                  </a:lnTo>
                  <a:lnTo>
                    <a:pt x="880494" y="279886"/>
                  </a:lnTo>
                  <a:lnTo>
                    <a:pt x="861197" y="239828"/>
                  </a:lnTo>
                  <a:lnTo>
                    <a:pt x="838243" y="202045"/>
                  </a:lnTo>
                  <a:lnTo>
                    <a:pt x="811863" y="166766"/>
                  </a:lnTo>
                  <a:lnTo>
                    <a:pt x="782286" y="134223"/>
                  </a:lnTo>
                  <a:lnTo>
                    <a:pt x="749743" y="104646"/>
                  </a:lnTo>
                  <a:lnTo>
                    <a:pt x="714465" y="78265"/>
                  </a:lnTo>
                  <a:lnTo>
                    <a:pt x="676682" y="55310"/>
                  </a:lnTo>
                  <a:lnTo>
                    <a:pt x="636623" y="36013"/>
                  </a:lnTo>
                  <a:lnTo>
                    <a:pt x="594520" y="20603"/>
                  </a:lnTo>
                  <a:lnTo>
                    <a:pt x="550603" y="9310"/>
                  </a:lnTo>
                  <a:lnTo>
                    <a:pt x="505102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CA359836-475D-C246-BCA6-B656A0694C8F}"/>
                </a:ext>
              </a:extLst>
            </p:cNvPr>
            <p:cNvSpPr/>
            <p:nvPr/>
          </p:nvSpPr>
          <p:spPr>
            <a:xfrm>
              <a:off x="640282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2" y="914140"/>
                  </a:lnTo>
                  <a:lnTo>
                    <a:pt x="550603" y="907196"/>
                  </a:lnTo>
                  <a:lnTo>
                    <a:pt x="594520" y="895903"/>
                  </a:lnTo>
                  <a:lnTo>
                    <a:pt x="636623" y="880494"/>
                  </a:lnTo>
                  <a:lnTo>
                    <a:pt x="676682" y="861197"/>
                  </a:lnTo>
                  <a:lnTo>
                    <a:pt x="714465" y="838243"/>
                  </a:lnTo>
                  <a:lnTo>
                    <a:pt x="749743" y="811863"/>
                  </a:lnTo>
                  <a:lnTo>
                    <a:pt x="782286" y="782286"/>
                  </a:lnTo>
                  <a:lnTo>
                    <a:pt x="811863" y="749743"/>
                  </a:lnTo>
                  <a:lnTo>
                    <a:pt x="838243" y="714465"/>
                  </a:lnTo>
                  <a:lnTo>
                    <a:pt x="861197" y="676682"/>
                  </a:lnTo>
                  <a:lnTo>
                    <a:pt x="880494" y="636623"/>
                  </a:lnTo>
                  <a:lnTo>
                    <a:pt x="895903" y="594520"/>
                  </a:lnTo>
                  <a:lnTo>
                    <a:pt x="907196" y="550603"/>
                  </a:lnTo>
                  <a:lnTo>
                    <a:pt x="914140" y="505102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3AD7BF20-D627-2141-9BDF-A666E94907B7}"/>
                </a:ext>
              </a:extLst>
            </p:cNvPr>
            <p:cNvSpPr/>
            <p:nvPr/>
          </p:nvSpPr>
          <p:spPr>
            <a:xfrm>
              <a:off x="640282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BFB3B089-EA7B-C04B-BC6B-89BFD0A15D1B}"/>
                </a:ext>
              </a:extLst>
            </p:cNvPr>
            <p:cNvSpPr/>
            <p:nvPr/>
          </p:nvSpPr>
          <p:spPr>
            <a:xfrm>
              <a:off x="2015040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5F420659-5FE4-0042-A729-0BDD83127476}"/>
                </a:ext>
              </a:extLst>
            </p:cNvPr>
            <p:cNvSpPr/>
            <p:nvPr/>
          </p:nvSpPr>
          <p:spPr>
            <a:xfrm>
              <a:off x="2015040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3221B344-03C5-2F49-8FE4-8E23A391BB92}"/>
                </a:ext>
              </a:extLst>
            </p:cNvPr>
            <p:cNvSpPr/>
            <p:nvPr/>
          </p:nvSpPr>
          <p:spPr>
            <a:xfrm>
              <a:off x="2015040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7E58A625-359A-5F41-ADFC-819C2D01BB75}"/>
                </a:ext>
              </a:extLst>
            </p:cNvPr>
            <p:cNvSpPr/>
            <p:nvPr/>
          </p:nvSpPr>
          <p:spPr>
            <a:xfrm>
              <a:off x="2015040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09128FDD-BDB6-704D-AB91-520AF434B18D}"/>
                </a:ext>
              </a:extLst>
            </p:cNvPr>
            <p:cNvSpPr/>
            <p:nvPr/>
          </p:nvSpPr>
          <p:spPr>
            <a:xfrm>
              <a:off x="2015040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A99FFD27-65F8-B044-B355-771EAB10C06E}"/>
                </a:ext>
              </a:extLst>
            </p:cNvPr>
            <p:cNvSpPr/>
            <p:nvPr/>
          </p:nvSpPr>
          <p:spPr>
            <a:xfrm>
              <a:off x="3389794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9AB024C4-CFA1-804F-A7E6-C0D5EF3E8DD1}"/>
                </a:ext>
              </a:extLst>
            </p:cNvPr>
            <p:cNvSpPr/>
            <p:nvPr/>
          </p:nvSpPr>
          <p:spPr>
            <a:xfrm>
              <a:off x="3389794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18DCE39-70D7-8D4F-82BA-27940B75D4A2}"/>
                </a:ext>
              </a:extLst>
            </p:cNvPr>
            <p:cNvSpPr/>
            <p:nvPr/>
          </p:nvSpPr>
          <p:spPr>
            <a:xfrm>
              <a:off x="3389794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3" name="object 16">
              <a:extLst>
                <a:ext uri="{FF2B5EF4-FFF2-40B4-BE49-F238E27FC236}">
                  <a16:creationId xmlns:a16="http://schemas.microsoft.com/office/drawing/2014/main" id="{37FEED80-05EF-1748-8245-F53BAADCDA12}"/>
                </a:ext>
              </a:extLst>
            </p:cNvPr>
            <p:cNvSpPr/>
            <p:nvPr/>
          </p:nvSpPr>
          <p:spPr>
            <a:xfrm>
              <a:off x="3389794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972506CC-4EC6-D341-8D39-990A7A58FCC9}"/>
                </a:ext>
              </a:extLst>
            </p:cNvPr>
            <p:cNvSpPr/>
            <p:nvPr/>
          </p:nvSpPr>
          <p:spPr>
            <a:xfrm>
              <a:off x="3389794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55E07A7D-474C-AE42-AE38-918A227FAF29}"/>
                </a:ext>
              </a:extLst>
            </p:cNvPr>
            <p:cNvSpPr/>
            <p:nvPr/>
          </p:nvSpPr>
          <p:spPr>
            <a:xfrm>
              <a:off x="476454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5758A701-F56E-4243-9E14-E3C4BEA4B9C4}"/>
                </a:ext>
              </a:extLst>
            </p:cNvPr>
            <p:cNvSpPr/>
            <p:nvPr/>
          </p:nvSpPr>
          <p:spPr>
            <a:xfrm>
              <a:off x="476454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33665F77-1F2C-8F47-AE03-708263EA888B}"/>
                </a:ext>
              </a:extLst>
            </p:cNvPr>
            <p:cNvSpPr/>
            <p:nvPr/>
          </p:nvSpPr>
          <p:spPr>
            <a:xfrm>
              <a:off x="476454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CF838D54-98CF-2740-B58D-6964018D7CFE}"/>
                </a:ext>
              </a:extLst>
            </p:cNvPr>
            <p:cNvSpPr/>
            <p:nvPr/>
          </p:nvSpPr>
          <p:spPr>
            <a:xfrm>
              <a:off x="476454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1B758255-D7BD-0541-B55C-FADCB3A0ED55}"/>
                </a:ext>
              </a:extLst>
            </p:cNvPr>
            <p:cNvSpPr/>
            <p:nvPr/>
          </p:nvSpPr>
          <p:spPr>
            <a:xfrm>
              <a:off x="476454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0" name="object 23">
              <a:extLst>
                <a:ext uri="{FF2B5EF4-FFF2-40B4-BE49-F238E27FC236}">
                  <a16:creationId xmlns:a16="http://schemas.microsoft.com/office/drawing/2014/main" id="{07FC1891-1D59-AE4D-8B0F-AE0549C88890}"/>
                </a:ext>
              </a:extLst>
            </p:cNvPr>
            <p:cNvSpPr/>
            <p:nvPr/>
          </p:nvSpPr>
          <p:spPr>
            <a:xfrm>
              <a:off x="613930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1" name="object 24">
              <a:extLst>
                <a:ext uri="{FF2B5EF4-FFF2-40B4-BE49-F238E27FC236}">
                  <a16:creationId xmlns:a16="http://schemas.microsoft.com/office/drawing/2014/main" id="{922A9EA7-2EB6-764C-B9A6-88A88AD8F4C4}"/>
                </a:ext>
              </a:extLst>
            </p:cNvPr>
            <p:cNvSpPr/>
            <p:nvPr/>
          </p:nvSpPr>
          <p:spPr>
            <a:xfrm>
              <a:off x="613930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2" name="object 25">
              <a:extLst>
                <a:ext uri="{FF2B5EF4-FFF2-40B4-BE49-F238E27FC236}">
                  <a16:creationId xmlns:a16="http://schemas.microsoft.com/office/drawing/2014/main" id="{62587B44-B9E1-3140-BE1D-58A6C8D3B0B4}"/>
                </a:ext>
              </a:extLst>
            </p:cNvPr>
            <p:cNvSpPr/>
            <p:nvPr/>
          </p:nvSpPr>
          <p:spPr>
            <a:xfrm>
              <a:off x="613930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6"/>
                  </a:lnTo>
                  <a:lnTo>
                    <a:pt x="365885" y="9310"/>
                  </a:lnTo>
                  <a:lnTo>
                    <a:pt x="321970" y="20603"/>
                  </a:lnTo>
                  <a:lnTo>
                    <a:pt x="279869" y="36013"/>
                  </a:lnTo>
                  <a:lnTo>
                    <a:pt x="239812" y="55310"/>
                  </a:lnTo>
                  <a:lnTo>
                    <a:pt x="202030" y="78265"/>
                  </a:lnTo>
                  <a:lnTo>
                    <a:pt x="166754" y="104646"/>
                  </a:lnTo>
                  <a:lnTo>
                    <a:pt x="134213" y="134223"/>
                  </a:lnTo>
                  <a:lnTo>
                    <a:pt x="104637" y="166766"/>
                  </a:lnTo>
                  <a:lnTo>
                    <a:pt x="78258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8" y="714471"/>
                  </a:lnTo>
                  <a:lnTo>
                    <a:pt x="104637" y="749749"/>
                  </a:lnTo>
                  <a:lnTo>
                    <a:pt x="134213" y="782292"/>
                  </a:lnTo>
                  <a:lnTo>
                    <a:pt x="166754" y="811870"/>
                  </a:lnTo>
                  <a:lnTo>
                    <a:pt x="202030" y="838251"/>
                  </a:lnTo>
                  <a:lnTo>
                    <a:pt x="239812" y="861205"/>
                  </a:lnTo>
                  <a:lnTo>
                    <a:pt x="279869" y="880503"/>
                  </a:lnTo>
                  <a:lnTo>
                    <a:pt x="321970" y="895913"/>
                  </a:lnTo>
                  <a:lnTo>
                    <a:pt x="365885" y="907206"/>
                  </a:lnTo>
                  <a:lnTo>
                    <a:pt x="411384" y="914150"/>
                  </a:lnTo>
                  <a:lnTo>
                    <a:pt x="458237" y="916516"/>
                  </a:lnTo>
                  <a:lnTo>
                    <a:pt x="505092" y="914150"/>
                  </a:lnTo>
                  <a:lnTo>
                    <a:pt x="550593" y="907206"/>
                  </a:lnTo>
                  <a:lnTo>
                    <a:pt x="594510" y="895913"/>
                  </a:lnTo>
                  <a:lnTo>
                    <a:pt x="636613" y="880503"/>
                  </a:lnTo>
                  <a:lnTo>
                    <a:pt x="676671" y="861205"/>
                  </a:lnTo>
                  <a:lnTo>
                    <a:pt x="714455" y="838251"/>
                  </a:lnTo>
                  <a:lnTo>
                    <a:pt x="749733" y="811870"/>
                  </a:lnTo>
                  <a:lnTo>
                    <a:pt x="782275" y="782292"/>
                  </a:lnTo>
                  <a:lnTo>
                    <a:pt x="811852" y="749749"/>
                  </a:lnTo>
                  <a:lnTo>
                    <a:pt x="838233" y="714471"/>
                  </a:lnTo>
                  <a:lnTo>
                    <a:pt x="861186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6" y="239828"/>
                  </a:lnTo>
                  <a:lnTo>
                    <a:pt x="838233" y="202045"/>
                  </a:lnTo>
                  <a:lnTo>
                    <a:pt x="811852" y="166766"/>
                  </a:lnTo>
                  <a:lnTo>
                    <a:pt x="782275" y="134223"/>
                  </a:lnTo>
                  <a:lnTo>
                    <a:pt x="749733" y="104646"/>
                  </a:lnTo>
                  <a:lnTo>
                    <a:pt x="714455" y="78265"/>
                  </a:lnTo>
                  <a:lnTo>
                    <a:pt x="676671" y="55310"/>
                  </a:lnTo>
                  <a:lnTo>
                    <a:pt x="636613" y="36013"/>
                  </a:lnTo>
                  <a:lnTo>
                    <a:pt x="594510" y="20603"/>
                  </a:lnTo>
                  <a:lnTo>
                    <a:pt x="550593" y="9310"/>
                  </a:lnTo>
                  <a:lnTo>
                    <a:pt x="505092" y="2366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3" name="object 26">
              <a:extLst>
                <a:ext uri="{FF2B5EF4-FFF2-40B4-BE49-F238E27FC236}">
                  <a16:creationId xmlns:a16="http://schemas.microsoft.com/office/drawing/2014/main" id="{040D4B59-8169-0743-8ADA-085DA094FAB9}"/>
                </a:ext>
              </a:extLst>
            </p:cNvPr>
            <p:cNvSpPr/>
            <p:nvPr/>
          </p:nvSpPr>
          <p:spPr>
            <a:xfrm>
              <a:off x="613930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4" name="object 27">
              <a:extLst>
                <a:ext uri="{FF2B5EF4-FFF2-40B4-BE49-F238E27FC236}">
                  <a16:creationId xmlns:a16="http://schemas.microsoft.com/office/drawing/2014/main" id="{87DD3191-EA99-B74E-9A06-58B7C46637B1}"/>
                </a:ext>
              </a:extLst>
            </p:cNvPr>
            <p:cNvSpPr/>
            <p:nvPr/>
          </p:nvSpPr>
          <p:spPr>
            <a:xfrm>
              <a:off x="613930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</p:grpSp>
      <p:sp>
        <p:nvSpPr>
          <p:cNvPr id="4" name="object 2">
            <a:extLst>
              <a:ext uri="{FF2B5EF4-FFF2-40B4-BE49-F238E27FC236}">
                <a16:creationId xmlns:a16="http://schemas.microsoft.com/office/drawing/2014/main" id="{B460BC0C-5781-23C6-412F-3DEADB91451B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74"/>
                </a:lnTo>
                <a:lnTo>
                  <a:pt x="20093629" y="11298074"/>
                </a:lnTo>
                <a:lnTo>
                  <a:pt x="20093629" y="0"/>
                </a:lnTo>
                <a:close/>
              </a:path>
            </a:pathLst>
          </a:custGeom>
          <a:solidFill>
            <a:srgbClr val="382986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E6914C-EB05-73C1-93AF-C65F58CED87D}"/>
              </a:ext>
            </a:extLst>
          </p:cNvPr>
          <p:cNvGrpSpPr/>
          <p:nvPr/>
        </p:nvGrpSpPr>
        <p:grpSpPr>
          <a:xfrm>
            <a:off x="3170570" y="507950"/>
            <a:ext cx="5850860" cy="5850426"/>
            <a:chOff x="640282" y="738004"/>
            <a:chExt cx="6415961" cy="6415935"/>
          </a:xfrm>
        </p:grpSpPr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7677C0E8-B1E3-CA0A-4F6B-585FA5A72DE2}"/>
                </a:ext>
              </a:extLst>
            </p:cNvPr>
            <p:cNvSpPr/>
            <p:nvPr/>
          </p:nvSpPr>
          <p:spPr>
            <a:xfrm>
              <a:off x="640301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E76DA735-691D-B736-E591-8C0C65583F4D}"/>
                </a:ext>
              </a:extLst>
            </p:cNvPr>
            <p:cNvSpPr/>
            <p:nvPr/>
          </p:nvSpPr>
          <p:spPr>
            <a:xfrm>
              <a:off x="640282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5" name="object 5">
              <a:extLst>
                <a:ext uri="{FF2B5EF4-FFF2-40B4-BE49-F238E27FC236}">
                  <a16:creationId xmlns:a16="http://schemas.microsoft.com/office/drawing/2014/main" id="{AE00BCF7-4086-BE89-2833-FC027DDDBCB4}"/>
                </a:ext>
              </a:extLst>
            </p:cNvPr>
            <p:cNvSpPr/>
            <p:nvPr/>
          </p:nvSpPr>
          <p:spPr>
            <a:xfrm>
              <a:off x="640282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2" y="914150"/>
                  </a:lnTo>
                  <a:lnTo>
                    <a:pt x="550603" y="907206"/>
                  </a:lnTo>
                  <a:lnTo>
                    <a:pt x="594520" y="895913"/>
                  </a:lnTo>
                  <a:lnTo>
                    <a:pt x="636623" y="880503"/>
                  </a:lnTo>
                  <a:lnTo>
                    <a:pt x="676682" y="861205"/>
                  </a:lnTo>
                  <a:lnTo>
                    <a:pt x="714465" y="838251"/>
                  </a:lnTo>
                  <a:lnTo>
                    <a:pt x="749743" y="811870"/>
                  </a:lnTo>
                  <a:lnTo>
                    <a:pt x="782286" y="782292"/>
                  </a:lnTo>
                  <a:lnTo>
                    <a:pt x="811863" y="749749"/>
                  </a:lnTo>
                  <a:lnTo>
                    <a:pt x="838243" y="714471"/>
                  </a:lnTo>
                  <a:lnTo>
                    <a:pt x="861197" y="676687"/>
                  </a:lnTo>
                  <a:lnTo>
                    <a:pt x="880494" y="636629"/>
                  </a:lnTo>
                  <a:lnTo>
                    <a:pt x="895903" y="594527"/>
                  </a:lnTo>
                  <a:lnTo>
                    <a:pt x="907196" y="550611"/>
                  </a:lnTo>
                  <a:lnTo>
                    <a:pt x="914140" y="505111"/>
                  </a:lnTo>
                  <a:lnTo>
                    <a:pt x="916506" y="458258"/>
                  </a:lnTo>
                  <a:lnTo>
                    <a:pt x="914140" y="411405"/>
                  </a:lnTo>
                  <a:lnTo>
                    <a:pt x="907196" y="365905"/>
                  </a:lnTo>
                  <a:lnTo>
                    <a:pt x="895903" y="321989"/>
                  </a:lnTo>
                  <a:lnTo>
                    <a:pt x="880494" y="279886"/>
                  </a:lnTo>
                  <a:lnTo>
                    <a:pt x="861197" y="239828"/>
                  </a:lnTo>
                  <a:lnTo>
                    <a:pt x="838243" y="202045"/>
                  </a:lnTo>
                  <a:lnTo>
                    <a:pt x="811863" y="166766"/>
                  </a:lnTo>
                  <a:lnTo>
                    <a:pt x="782286" y="134223"/>
                  </a:lnTo>
                  <a:lnTo>
                    <a:pt x="749743" y="104646"/>
                  </a:lnTo>
                  <a:lnTo>
                    <a:pt x="714465" y="78265"/>
                  </a:lnTo>
                  <a:lnTo>
                    <a:pt x="676682" y="55310"/>
                  </a:lnTo>
                  <a:lnTo>
                    <a:pt x="636623" y="36013"/>
                  </a:lnTo>
                  <a:lnTo>
                    <a:pt x="594520" y="20603"/>
                  </a:lnTo>
                  <a:lnTo>
                    <a:pt x="550603" y="9310"/>
                  </a:lnTo>
                  <a:lnTo>
                    <a:pt x="505102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6" name="object 6">
              <a:extLst>
                <a:ext uri="{FF2B5EF4-FFF2-40B4-BE49-F238E27FC236}">
                  <a16:creationId xmlns:a16="http://schemas.microsoft.com/office/drawing/2014/main" id="{E4B7328F-FD86-6B88-0D8B-2B4EF9678D9C}"/>
                </a:ext>
              </a:extLst>
            </p:cNvPr>
            <p:cNvSpPr/>
            <p:nvPr/>
          </p:nvSpPr>
          <p:spPr>
            <a:xfrm>
              <a:off x="640282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2" y="914140"/>
                  </a:lnTo>
                  <a:lnTo>
                    <a:pt x="550603" y="907196"/>
                  </a:lnTo>
                  <a:lnTo>
                    <a:pt x="594520" y="895903"/>
                  </a:lnTo>
                  <a:lnTo>
                    <a:pt x="636623" y="880494"/>
                  </a:lnTo>
                  <a:lnTo>
                    <a:pt x="676682" y="861197"/>
                  </a:lnTo>
                  <a:lnTo>
                    <a:pt x="714465" y="838243"/>
                  </a:lnTo>
                  <a:lnTo>
                    <a:pt x="749743" y="811863"/>
                  </a:lnTo>
                  <a:lnTo>
                    <a:pt x="782286" y="782286"/>
                  </a:lnTo>
                  <a:lnTo>
                    <a:pt x="811863" y="749743"/>
                  </a:lnTo>
                  <a:lnTo>
                    <a:pt x="838243" y="714465"/>
                  </a:lnTo>
                  <a:lnTo>
                    <a:pt x="861197" y="676682"/>
                  </a:lnTo>
                  <a:lnTo>
                    <a:pt x="880494" y="636623"/>
                  </a:lnTo>
                  <a:lnTo>
                    <a:pt x="895903" y="594520"/>
                  </a:lnTo>
                  <a:lnTo>
                    <a:pt x="907196" y="550603"/>
                  </a:lnTo>
                  <a:lnTo>
                    <a:pt x="914140" y="505102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7" name="object 7">
              <a:extLst>
                <a:ext uri="{FF2B5EF4-FFF2-40B4-BE49-F238E27FC236}">
                  <a16:creationId xmlns:a16="http://schemas.microsoft.com/office/drawing/2014/main" id="{7121BB44-F050-30C3-18AD-19CA4E0D755C}"/>
                </a:ext>
              </a:extLst>
            </p:cNvPr>
            <p:cNvSpPr/>
            <p:nvPr/>
          </p:nvSpPr>
          <p:spPr>
            <a:xfrm>
              <a:off x="640282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2" y="914129"/>
                  </a:lnTo>
                  <a:lnTo>
                    <a:pt x="550603" y="907185"/>
                  </a:lnTo>
                  <a:lnTo>
                    <a:pt x="594520" y="895893"/>
                  </a:lnTo>
                  <a:lnTo>
                    <a:pt x="636623" y="880483"/>
                  </a:lnTo>
                  <a:lnTo>
                    <a:pt x="676682" y="861187"/>
                  </a:lnTo>
                  <a:lnTo>
                    <a:pt x="714465" y="838233"/>
                  </a:lnTo>
                  <a:lnTo>
                    <a:pt x="749743" y="811853"/>
                  </a:lnTo>
                  <a:lnTo>
                    <a:pt x="782286" y="782277"/>
                  </a:lnTo>
                  <a:lnTo>
                    <a:pt x="811863" y="749735"/>
                  </a:lnTo>
                  <a:lnTo>
                    <a:pt x="838243" y="714457"/>
                  </a:lnTo>
                  <a:lnTo>
                    <a:pt x="861197" y="676675"/>
                  </a:lnTo>
                  <a:lnTo>
                    <a:pt x="880494" y="636617"/>
                  </a:lnTo>
                  <a:lnTo>
                    <a:pt x="895903" y="594515"/>
                  </a:lnTo>
                  <a:lnTo>
                    <a:pt x="907196" y="550600"/>
                  </a:lnTo>
                  <a:lnTo>
                    <a:pt x="914140" y="505100"/>
                  </a:lnTo>
                  <a:lnTo>
                    <a:pt x="916506" y="458247"/>
                  </a:lnTo>
                  <a:lnTo>
                    <a:pt x="914140" y="411394"/>
                  </a:lnTo>
                  <a:lnTo>
                    <a:pt x="907196" y="365895"/>
                  </a:lnTo>
                  <a:lnTo>
                    <a:pt x="895903" y="321979"/>
                  </a:lnTo>
                  <a:lnTo>
                    <a:pt x="880494" y="279877"/>
                  </a:lnTo>
                  <a:lnTo>
                    <a:pt x="861197" y="239820"/>
                  </a:lnTo>
                  <a:lnTo>
                    <a:pt x="838243" y="202037"/>
                  </a:lnTo>
                  <a:lnTo>
                    <a:pt x="811863" y="166760"/>
                  </a:lnTo>
                  <a:lnTo>
                    <a:pt x="782286" y="134218"/>
                  </a:lnTo>
                  <a:lnTo>
                    <a:pt x="749743" y="104642"/>
                  </a:lnTo>
                  <a:lnTo>
                    <a:pt x="714465" y="78262"/>
                  </a:lnTo>
                  <a:lnTo>
                    <a:pt x="676682" y="55308"/>
                  </a:lnTo>
                  <a:lnTo>
                    <a:pt x="636623" y="36011"/>
                  </a:lnTo>
                  <a:lnTo>
                    <a:pt x="594520" y="20602"/>
                  </a:lnTo>
                  <a:lnTo>
                    <a:pt x="550603" y="9310"/>
                  </a:lnTo>
                  <a:lnTo>
                    <a:pt x="505102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8" name="object 8">
              <a:extLst>
                <a:ext uri="{FF2B5EF4-FFF2-40B4-BE49-F238E27FC236}">
                  <a16:creationId xmlns:a16="http://schemas.microsoft.com/office/drawing/2014/main" id="{6E9C53CD-89B7-808E-131C-61CF316C8CA2}"/>
                </a:ext>
              </a:extLst>
            </p:cNvPr>
            <p:cNvSpPr/>
            <p:nvPr/>
          </p:nvSpPr>
          <p:spPr>
            <a:xfrm>
              <a:off x="2015040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39" name="object 9">
              <a:extLst>
                <a:ext uri="{FF2B5EF4-FFF2-40B4-BE49-F238E27FC236}">
                  <a16:creationId xmlns:a16="http://schemas.microsoft.com/office/drawing/2014/main" id="{CC35D142-6652-7DF3-3A3D-5CA537191E4C}"/>
                </a:ext>
              </a:extLst>
            </p:cNvPr>
            <p:cNvSpPr/>
            <p:nvPr/>
          </p:nvSpPr>
          <p:spPr>
            <a:xfrm>
              <a:off x="2015040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0" name="object 10">
              <a:extLst>
                <a:ext uri="{FF2B5EF4-FFF2-40B4-BE49-F238E27FC236}">
                  <a16:creationId xmlns:a16="http://schemas.microsoft.com/office/drawing/2014/main" id="{07C07116-9B47-B798-7710-663FEC571B39}"/>
                </a:ext>
              </a:extLst>
            </p:cNvPr>
            <p:cNvSpPr/>
            <p:nvPr/>
          </p:nvSpPr>
          <p:spPr>
            <a:xfrm>
              <a:off x="2015040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1" name="object 11">
              <a:extLst>
                <a:ext uri="{FF2B5EF4-FFF2-40B4-BE49-F238E27FC236}">
                  <a16:creationId xmlns:a16="http://schemas.microsoft.com/office/drawing/2014/main" id="{DE79938F-CA7B-74AB-CFE8-ACA1AD0DB368}"/>
                </a:ext>
              </a:extLst>
            </p:cNvPr>
            <p:cNvSpPr/>
            <p:nvPr/>
          </p:nvSpPr>
          <p:spPr>
            <a:xfrm>
              <a:off x="2015040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2" name="object 12">
              <a:extLst>
                <a:ext uri="{FF2B5EF4-FFF2-40B4-BE49-F238E27FC236}">
                  <a16:creationId xmlns:a16="http://schemas.microsoft.com/office/drawing/2014/main" id="{C320473F-0BC4-D646-DB85-E3FCC42D6088}"/>
                </a:ext>
              </a:extLst>
            </p:cNvPr>
            <p:cNvSpPr/>
            <p:nvPr/>
          </p:nvSpPr>
          <p:spPr>
            <a:xfrm>
              <a:off x="2015040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3" name="object 13">
              <a:extLst>
                <a:ext uri="{FF2B5EF4-FFF2-40B4-BE49-F238E27FC236}">
                  <a16:creationId xmlns:a16="http://schemas.microsoft.com/office/drawing/2014/main" id="{4D671836-D137-3385-DBEB-3A22C8A91AE2}"/>
                </a:ext>
              </a:extLst>
            </p:cNvPr>
            <p:cNvSpPr/>
            <p:nvPr/>
          </p:nvSpPr>
          <p:spPr>
            <a:xfrm>
              <a:off x="3389794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4" name="object 14">
              <a:extLst>
                <a:ext uri="{FF2B5EF4-FFF2-40B4-BE49-F238E27FC236}">
                  <a16:creationId xmlns:a16="http://schemas.microsoft.com/office/drawing/2014/main" id="{D2DF36E8-B261-3458-EB2A-6061A0955C5E}"/>
                </a:ext>
              </a:extLst>
            </p:cNvPr>
            <p:cNvSpPr/>
            <p:nvPr/>
          </p:nvSpPr>
          <p:spPr>
            <a:xfrm>
              <a:off x="3389794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5" name="object 15">
              <a:extLst>
                <a:ext uri="{FF2B5EF4-FFF2-40B4-BE49-F238E27FC236}">
                  <a16:creationId xmlns:a16="http://schemas.microsoft.com/office/drawing/2014/main" id="{D4EFC20C-8B5E-F623-72AF-38A5B30EE0FF}"/>
                </a:ext>
              </a:extLst>
            </p:cNvPr>
            <p:cNvSpPr/>
            <p:nvPr/>
          </p:nvSpPr>
          <p:spPr>
            <a:xfrm>
              <a:off x="3389794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3" y="2366"/>
                  </a:lnTo>
                  <a:lnTo>
                    <a:pt x="365892" y="9310"/>
                  </a:lnTo>
                  <a:lnTo>
                    <a:pt x="321975" y="20603"/>
                  </a:lnTo>
                  <a:lnTo>
                    <a:pt x="279873" y="36013"/>
                  </a:lnTo>
                  <a:lnTo>
                    <a:pt x="239815" y="55310"/>
                  </a:lnTo>
                  <a:lnTo>
                    <a:pt x="202033" y="78265"/>
                  </a:lnTo>
                  <a:lnTo>
                    <a:pt x="166756" y="104646"/>
                  </a:lnTo>
                  <a:lnTo>
                    <a:pt x="134214" y="134223"/>
                  </a:lnTo>
                  <a:lnTo>
                    <a:pt x="104638" y="166766"/>
                  </a:lnTo>
                  <a:lnTo>
                    <a:pt x="78259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9" y="714471"/>
                  </a:lnTo>
                  <a:lnTo>
                    <a:pt x="104638" y="749749"/>
                  </a:lnTo>
                  <a:lnTo>
                    <a:pt x="134214" y="782292"/>
                  </a:lnTo>
                  <a:lnTo>
                    <a:pt x="166756" y="811870"/>
                  </a:lnTo>
                  <a:lnTo>
                    <a:pt x="202033" y="838251"/>
                  </a:lnTo>
                  <a:lnTo>
                    <a:pt x="239815" y="861205"/>
                  </a:lnTo>
                  <a:lnTo>
                    <a:pt x="279873" y="880503"/>
                  </a:lnTo>
                  <a:lnTo>
                    <a:pt x="321975" y="895913"/>
                  </a:lnTo>
                  <a:lnTo>
                    <a:pt x="365892" y="907206"/>
                  </a:lnTo>
                  <a:lnTo>
                    <a:pt x="411393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6" name="object 16">
              <a:extLst>
                <a:ext uri="{FF2B5EF4-FFF2-40B4-BE49-F238E27FC236}">
                  <a16:creationId xmlns:a16="http://schemas.microsoft.com/office/drawing/2014/main" id="{5B7ABA26-45E4-6AE5-986B-5478CB49CFBE}"/>
                </a:ext>
              </a:extLst>
            </p:cNvPr>
            <p:cNvSpPr/>
            <p:nvPr/>
          </p:nvSpPr>
          <p:spPr>
            <a:xfrm>
              <a:off x="3389794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9" y="714465"/>
                  </a:lnTo>
                  <a:lnTo>
                    <a:pt x="104638" y="749743"/>
                  </a:lnTo>
                  <a:lnTo>
                    <a:pt x="134214" y="782286"/>
                  </a:lnTo>
                  <a:lnTo>
                    <a:pt x="166756" y="811863"/>
                  </a:lnTo>
                  <a:lnTo>
                    <a:pt x="202033" y="838243"/>
                  </a:lnTo>
                  <a:lnTo>
                    <a:pt x="239815" y="861197"/>
                  </a:lnTo>
                  <a:lnTo>
                    <a:pt x="279873" y="880494"/>
                  </a:lnTo>
                  <a:lnTo>
                    <a:pt x="321975" y="895903"/>
                  </a:lnTo>
                  <a:lnTo>
                    <a:pt x="365892" y="907196"/>
                  </a:lnTo>
                  <a:lnTo>
                    <a:pt x="411393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7" name="object 17">
              <a:extLst>
                <a:ext uri="{FF2B5EF4-FFF2-40B4-BE49-F238E27FC236}">
                  <a16:creationId xmlns:a16="http://schemas.microsoft.com/office/drawing/2014/main" id="{2316ED42-D7D6-6C0D-18D4-24F7775CB360}"/>
                </a:ext>
              </a:extLst>
            </p:cNvPr>
            <p:cNvSpPr/>
            <p:nvPr/>
          </p:nvSpPr>
          <p:spPr>
            <a:xfrm>
              <a:off x="3389794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3" y="2365"/>
                  </a:lnTo>
                  <a:lnTo>
                    <a:pt x="365892" y="9310"/>
                  </a:lnTo>
                  <a:lnTo>
                    <a:pt x="321975" y="20602"/>
                  </a:lnTo>
                  <a:lnTo>
                    <a:pt x="279873" y="36011"/>
                  </a:lnTo>
                  <a:lnTo>
                    <a:pt x="239815" y="55308"/>
                  </a:lnTo>
                  <a:lnTo>
                    <a:pt x="202033" y="78262"/>
                  </a:lnTo>
                  <a:lnTo>
                    <a:pt x="166756" y="104642"/>
                  </a:lnTo>
                  <a:lnTo>
                    <a:pt x="134214" y="134218"/>
                  </a:lnTo>
                  <a:lnTo>
                    <a:pt x="104638" y="166760"/>
                  </a:lnTo>
                  <a:lnTo>
                    <a:pt x="78259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9" y="714457"/>
                  </a:lnTo>
                  <a:lnTo>
                    <a:pt x="104638" y="749735"/>
                  </a:lnTo>
                  <a:lnTo>
                    <a:pt x="134214" y="782277"/>
                  </a:lnTo>
                  <a:lnTo>
                    <a:pt x="166756" y="811853"/>
                  </a:lnTo>
                  <a:lnTo>
                    <a:pt x="202033" y="838233"/>
                  </a:lnTo>
                  <a:lnTo>
                    <a:pt x="239815" y="861187"/>
                  </a:lnTo>
                  <a:lnTo>
                    <a:pt x="279873" y="880483"/>
                  </a:lnTo>
                  <a:lnTo>
                    <a:pt x="321975" y="895893"/>
                  </a:lnTo>
                  <a:lnTo>
                    <a:pt x="365892" y="907185"/>
                  </a:lnTo>
                  <a:lnTo>
                    <a:pt x="411393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8" name="object 18">
              <a:extLst>
                <a:ext uri="{FF2B5EF4-FFF2-40B4-BE49-F238E27FC236}">
                  <a16:creationId xmlns:a16="http://schemas.microsoft.com/office/drawing/2014/main" id="{D36532C2-A1A5-388E-DF98-4BE9C16F0C8A}"/>
                </a:ext>
              </a:extLst>
            </p:cNvPr>
            <p:cNvSpPr/>
            <p:nvPr/>
          </p:nvSpPr>
          <p:spPr>
            <a:xfrm>
              <a:off x="476454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49" name="object 19">
              <a:extLst>
                <a:ext uri="{FF2B5EF4-FFF2-40B4-BE49-F238E27FC236}">
                  <a16:creationId xmlns:a16="http://schemas.microsoft.com/office/drawing/2014/main" id="{8C057414-E310-BA79-A39F-717F0EABC93B}"/>
                </a:ext>
              </a:extLst>
            </p:cNvPr>
            <p:cNvSpPr/>
            <p:nvPr/>
          </p:nvSpPr>
          <p:spPr>
            <a:xfrm>
              <a:off x="476454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0" name="object 20">
              <a:extLst>
                <a:ext uri="{FF2B5EF4-FFF2-40B4-BE49-F238E27FC236}">
                  <a16:creationId xmlns:a16="http://schemas.microsoft.com/office/drawing/2014/main" id="{DAB825DE-7E90-0F37-FDA2-CC47D0FAF7D4}"/>
                </a:ext>
              </a:extLst>
            </p:cNvPr>
            <p:cNvSpPr/>
            <p:nvPr/>
          </p:nvSpPr>
          <p:spPr>
            <a:xfrm>
              <a:off x="476454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47" y="0"/>
                  </a:moveTo>
                  <a:lnTo>
                    <a:pt x="411394" y="2366"/>
                  </a:lnTo>
                  <a:lnTo>
                    <a:pt x="365895" y="9310"/>
                  </a:lnTo>
                  <a:lnTo>
                    <a:pt x="321979" y="20603"/>
                  </a:lnTo>
                  <a:lnTo>
                    <a:pt x="279877" y="36013"/>
                  </a:lnTo>
                  <a:lnTo>
                    <a:pt x="239820" y="55310"/>
                  </a:lnTo>
                  <a:lnTo>
                    <a:pt x="202037" y="78265"/>
                  </a:lnTo>
                  <a:lnTo>
                    <a:pt x="166760" y="104646"/>
                  </a:lnTo>
                  <a:lnTo>
                    <a:pt x="134218" y="134223"/>
                  </a:lnTo>
                  <a:lnTo>
                    <a:pt x="104642" y="166766"/>
                  </a:lnTo>
                  <a:lnTo>
                    <a:pt x="78262" y="202045"/>
                  </a:lnTo>
                  <a:lnTo>
                    <a:pt x="55308" y="239828"/>
                  </a:lnTo>
                  <a:lnTo>
                    <a:pt x="36011" y="279886"/>
                  </a:lnTo>
                  <a:lnTo>
                    <a:pt x="20602" y="321989"/>
                  </a:lnTo>
                  <a:lnTo>
                    <a:pt x="9310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10" y="550611"/>
                  </a:lnTo>
                  <a:lnTo>
                    <a:pt x="20602" y="594527"/>
                  </a:lnTo>
                  <a:lnTo>
                    <a:pt x="36011" y="636629"/>
                  </a:lnTo>
                  <a:lnTo>
                    <a:pt x="55308" y="676687"/>
                  </a:lnTo>
                  <a:lnTo>
                    <a:pt x="78262" y="714471"/>
                  </a:lnTo>
                  <a:lnTo>
                    <a:pt x="104642" y="749749"/>
                  </a:lnTo>
                  <a:lnTo>
                    <a:pt x="134218" y="782292"/>
                  </a:lnTo>
                  <a:lnTo>
                    <a:pt x="166760" y="811870"/>
                  </a:lnTo>
                  <a:lnTo>
                    <a:pt x="202037" y="838251"/>
                  </a:lnTo>
                  <a:lnTo>
                    <a:pt x="239820" y="861205"/>
                  </a:lnTo>
                  <a:lnTo>
                    <a:pt x="279877" y="880503"/>
                  </a:lnTo>
                  <a:lnTo>
                    <a:pt x="321979" y="895913"/>
                  </a:lnTo>
                  <a:lnTo>
                    <a:pt x="365895" y="907206"/>
                  </a:lnTo>
                  <a:lnTo>
                    <a:pt x="411394" y="914150"/>
                  </a:lnTo>
                  <a:lnTo>
                    <a:pt x="458247" y="916516"/>
                  </a:lnTo>
                  <a:lnTo>
                    <a:pt x="505100" y="914150"/>
                  </a:lnTo>
                  <a:lnTo>
                    <a:pt x="550600" y="907206"/>
                  </a:lnTo>
                  <a:lnTo>
                    <a:pt x="594515" y="895913"/>
                  </a:lnTo>
                  <a:lnTo>
                    <a:pt x="636617" y="880503"/>
                  </a:lnTo>
                  <a:lnTo>
                    <a:pt x="676675" y="861205"/>
                  </a:lnTo>
                  <a:lnTo>
                    <a:pt x="714457" y="838251"/>
                  </a:lnTo>
                  <a:lnTo>
                    <a:pt x="749735" y="811870"/>
                  </a:lnTo>
                  <a:lnTo>
                    <a:pt x="782277" y="782292"/>
                  </a:lnTo>
                  <a:lnTo>
                    <a:pt x="811853" y="749749"/>
                  </a:lnTo>
                  <a:lnTo>
                    <a:pt x="838233" y="714471"/>
                  </a:lnTo>
                  <a:lnTo>
                    <a:pt x="861187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7" y="239828"/>
                  </a:lnTo>
                  <a:lnTo>
                    <a:pt x="838233" y="202045"/>
                  </a:lnTo>
                  <a:lnTo>
                    <a:pt x="811853" y="166766"/>
                  </a:lnTo>
                  <a:lnTo>
                    <a:pt x="782277" y="134223"/>
                  </a:lnTo>
                  <a:lnTo>
                    <a:pt x="749735" y="104646"/>
                  </a:lnTo>
                  <a:lnTo>
                    <a:pt x="714457" y="78265"/>
                  </a:lnTo>
                  <a:lnTo>
                    <a:pt x="676675" y="55310"/>
                  </a:lnTo>
                  <a:lnTo>
                    <a:pt x="636617" y="36013"/>
                  </a:lnTo>
                  <a:lnTo>
                    <a:pt x="594515" y="20603"/>
                  </a:lnTo>
                  <a:lnTo>
                    <a:pt x="550600" y="9310"/>
                  </a:lnTo>
                  <a:lnTo>
                    <a:pt x="505100" y="2366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1" name="object 21">
              <a:extLst>
                <a:ext uri="{FF2B5EF4-FFF2-40B4-BE49-F238E27FC236}">
                  <a16:creationId xmlns:a16="http://schemas.microsoft.com/office/drawing/2014/main" id="{DE2F4C65-4FAC-890A-CD3E-85BF1DDED259}"/>
                </a:ext>
              </a:extLst>
            </p:cNvPr>
            <p:cNvSpPr/>
            <p:nvPr/>
          </p:nvSpPr>
          <p:spPr>
            <a:xfrm>
              <a:off x="476454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10" y="550603"/>
                  </a:lnTo>
                  <a:lnTo>
                    <a:pt x="20602" y="594520"/>
                  </a:lnTo>
                  <a:lnTo>
                    <a:pt x="36011" y="636623"/>
                  </a:lnTo>
                  <a:lnTo>
                    <a:pt x="55308" y="676682"/>
                  </a:lnTo>
                  <a:lnTo>
                    <a:pt x="78262" y="714465"/>
                  </a:lnTo>
                  <a:lnTo>
                    <a:pt x="104642" y="749743"/>
                  </a:lnTo>
                  <a:lnTo>
                    <a:pt x="134218" y="782286"/>
                  </a:lnTo>
                  <a:lnTo>
                    <a:pt x="166760" y="811863"/>
                  </a:lnTo>
                  <a:lnTo>
                    <a:pt x="202037" y="838243"/>
                  </a:lnTo>
                  <a:lnTo>
                    <a:pt x="239820" y="861197"/>
                  </a:lnTo>
                  <a:lnTo>
                    <a:pt x="279877" y="880494"/>
                  </a:lnTo>
                  <a:lnTo>
                    <a:pt x="321979" y="895903"/>
                  </a:lnTo>
                  <a:lnTo>
                    <a:pt x="365895" y="907196"/>
                  </a:lnTo>
                  <a:lnTo>
                    <a:pt x="411394" y="914140"/>
                  </a:lnTo>
                  <a:lnTo>
                    <a:pt x="458247" y="916506"/>
                  </a:lnTo>
                  <a:lnTo>
                    <a:pt x="505100" y="914140"/>
                  </a:lnTo>
                  <a:lnTo>
                    <a:pt x="550600" y="907196"/>
                  </a:lnTo>
                  <a:lnTo>
                    <a:pt x="594515" y="895903"/>
                  </a:lnTo>
                  <a:lnTo>
                    <a:pt x="636617" y="880494"/>
                  </a:lnTo>
                  <a:lnTo>
                    <a:pt x="676675" y="861197"/>
                  </a:lnTo>
                  <a:lnTo>
                    <a:pt x="714457" y="838243"/>
                  </a:lnTo>
                  <a:lnTo>
                    <a:pt x="749735" y="811863"/>
                  </a:lnTo>
                  <a:lnTo>
                    <a:pt x="782277" y="782286"/>
                  </a:lnTo>
                  <a:lnTo>
                    <a:pt x="811853" y="749743"/>
                  </a:lnTo>
                  <a:lnTo>
                    <a:pt x="838233" y="714465"/>
                  </a:lnTo>
                  <a:lnTo>
                    <a:pt x="861187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2" name="object 22">
              <a:extLst>
                <a:ext uri="{FF2B5EF4-FFF2-40B4-BE49-F238E27FC236}">
                  <a16:creationId xmlns:a16="http://schemas.microsoft.com/office/drawing/2014/main" id="{0C7F8978-E835-C31B-B538-4264C80F7AEC}"/>
                </a:ext>
              </a:extLst>
            </p:cNvPr>
            <p:cNvSpPr/>
            <p:nvPr/>
          </p:nvSpPr>
          <p:spPr>
            <a:xfrm>
              <a:off x="476454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47" y="0"/>
                  </a:moveTo>
                  <a:lnTo>
                    <a:pt x="411394" y="2365"/>
                  </a:lnTo>
                  <a:lnTo>
                    <a:pt x="365895" y="9310"/>
                  </a:lnTo>
                  <a:lnTo>
                    <a:pt x="321979" y="20602"/>
                  </a:lnTo>
                  <a:lnTo>
                    <a:pt x="279877" y="36011"/>
                  </a:lnTo>
                  <a:lnTo>
                    <a:pt x="239820" y="55308"/>
                  </a:lnTo>
                  <a:lnTo>
                    <a:pt x="202037" y="78262"/>
                  </a:lnTo>
                  <a:lnTo>
                    <a:pt x="166760" y="104642"/>
                  </a:lnTo>
                  <a:lnTo>
                    <a:pt x="134218" y="134218"/>
                  </a:lnTo>
                  <a:lnTo>
                    <a:pt x="104642" y="166760"/>
                  </a:lnTo>
                  <a:lnTo>
                    <a:pt x="78262" y="202037"/>
                  </a:lnTo>
                  <a:lnTo>
                    <a:pt x="55308" y="239820"/>
                  </a:lnTo>
                  <a:lnTo>
                    <a:pt x="36011" y="279877"/>
                  </a:lnTo>
                  <a:lnTo>
                    <a:pt x="20602" y="321979"/>
                  </a:lnTo>
                  <a:lnTo>
                    <a:pt x="9310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10" y="550600"/>
                  </a:lnTo>
                  <a:lnTo>
                    <a:pt x="20602" y="594515"/>
                  </a:lnTo>
                  <a:lnTo>
                    <a:pt x="36011" y="636617"/>
                  </a:lnTo>
                  <a:lnTo>
                    <a:pt x="55308" y="676675"/>
                  </a:lnTo>
                  <a:lnTo>
                    <a:pt x="78262" y="714457"/>
                  </a:lnTo>
                  <a:lnTo>
                    <a:pt x="104642" y="749735"/>
                  </a:lnTo>
                  <a:lnTo>
                    <a:pt x="134218" y="782277"/>
                  </a:lnTo>
                  <a:lnTo>
                    <a:pt x="166760" y="811853"/>
                  </a:lnTo>
                  <a:lnTo>
                    <a:pt x="202037" y="838233"/>
                  </a:lnTo>
                  <a:lnTo>
                    <a:pt x="239820" y="861187"/>
                  </a:lnTo>
                  <a:lnTo>
                    <a:pt x="279877" y="880483"/>
                  </a:lnTo>
                  <a:lnTo>
                    <a:pt x="321979" y="895893"/>
                  </a:lnTo>
                  <a:lnTo>
                    <a:pt x="365895" y="907185"/>
                  </a:lnTo>
                  <a:lnTo>
                    <a:pt x="411394" y="914129"/>
                  </a:lnTo>
                  <a:lnTo>
                    <a:pt x="458247" y="916495"/>
                  </a:lnTo>
                  <a:lnTo>
                    <a:pt x="505100" y="914129"/>
                  </a:lnTo>
                  <a:lnTo>
                    <a:pt x="550600" y="907185"/>
                  </a:lnTo>
                  <a:lnTo>
                    <a:pt x="594515" y="895893"/>
                  </a:lnTo>
                  <a:lnTo>
                    <a:pt x="636617" y="880483"/>
                  </a:lnTo>
                  <a:lnTo>
                    <a:pt x="676675" y="861187"/>
                  </a:lnTo>
                  <a:lnTo>
                    <a:pt x="714457" y="838233"/>
                  </a:lnTo>
                  <a:lnTo>
                    <a:pt x="749735" y="811853"/>
                  </a:lnTo>
                  <a:lnTo>
                    <a:pt x="782277" y="782277"/>
                  </a:lnTo>
                  <a:lnTo>
                    <a:pt x="811853" y="749735"/>
                  </a:lnTo>
                  <a:lnTo>
                    <a:pt x="838233" y="714457"/>
                  </a:lnTo>
                  <a:lnTo>
                    <a:pt x="861187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7" y="239820"/>
                  </a:lnTo>
                  <a:lnTo>
                    <a:pt x="838233" y="202037"/>
                  </a:lnTo>
                  <a:lnTo>
                    <a:pt x="811853" y="166760"/>
                  </a:lnTo>
                  <a:lnTo>
                    <a:pt x="782277" y="134218"/>
                  </a:lnTo>
                  <a:lnTo>
                    <a:pt x="749735" y="104642"/>
                  </a:lnTo>
                  <a:lnTo>
                    <a:pt x="714457" y="78262"/>
                  </a:lnTo>
                  <a:lnTo>
                    <a:pt x="676675" y="55308"/>
                  </a:lnTo>
                  <a:lnTo>
                    <a:pt x="636617" y="36011"/>
                  </a:lnTo>
                  <a:lnTo>
                    <a:pt x="594515" y="20602"/>
                  </a:lnTo>
                  <a:lnTo>
                    <a:pt x="550600" y="9310"/>
                  </a:lnTo>
                  <a:lnTo>
                    <a:pt x="505100" y="2365"/>
                  </a:lnTo>
                  <a:lnTo>
                    <a:pt x="45824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3" name="object 23">
              <a:extLst>
                <a:ext uri="{FF2B5EF4-FFF2-40B4-BE49-F238E27FC236}">
                  <a16:creationId xmlns:a16="http://schemas.microsoft.com/office/drawing/2014/main" id="{3150D251-E322-2B02-9E92-1D245DC9B76C}"/>
                </a:ext>
              </a:extLst>
            </p:cNvPr>
            <p:cNvSpPr/>
            <p:nvPr/>
          </p:nvSpPr>
          <p:spPr>
            <a:xfrm>
              <a:off x="6139303" y="738004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4" name="object 24">
              <a:extLst>
                <a:ext uri="{FF2B5EF4-FFF2-40B4-BE49-F238E27FC236}">
                  <a16:creationId xmlns:a16="http://schemas.microsoft.com/office/drawing/2014/main" id="{2C559270-E127-8C14-A962-6EB873F28E70}"/>
                </a:ext>
              </a:extLst>
            </p:cNvPr>
            <p:cNvSpPr/>
            <p:nvPr/>
          </p:nvSpPr>
          <p:spPr>
            <a:xfrm>
              <a:off x="6139303" y="2112748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5" name="object 25">
              <a:extLst>
                <a:ext uri="{FF2B5EF4-FFF2-40B4-BE49-F238E27FC236}">
                  <a16:creationId xmlns:a16="http://schemas.microsoft.com/office/drawing/2014/main" id="{8D61CC34-1779-323C-499E-E203D3840C4C}"/>
                </a:ext>
              </a:extLst>
            </p:cNvPr>
            <p:cNvSpPr/>
            <p:nvPr/>
          </p:nvSpPr>
          <p:spPr>
            <a:xfrm>
              <a:off x="6139303" y="3487477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39">
                  <a:moveTo>
                    <a:pt x="458237" y="0"/>
                  </a:moveTo>
                  <a:lnTo>
                    <a:pt x="411384" y="2366"/>
                  </a:lnTo>
                  <a:lnTo>
                    <a:pt x="365885" y="9310"/>
                  </a:lnTo>
                  <a:lnTo>
                    <a:pt x="321970" y="20603"/>
                  </a:lnTo>
                  <a:lnTo>
                    <a:pt x="279869" y="36013"/>
                  </a:lnTo>
                  <a:lnTo>
                    <a:pt x="239812" y="55310"/>
                  </a:lnTo>
                  <a:lnTo>
                    <a:pt x="202030" y="78265"/>
                  </a:lnTo>
                  <a:lnTo>
                    <a:pt x="166754" y="104646"/>
                  </a:lnTo>
                  <a:lnTo>
                    <a:pt x="134213" y="134223"/>
                  </a:lnTo>
                  <a:lnTo>
                    <a:pt x="104637" y="166766"/>
                  </a:lnTo>
                  <a:lnTo>
                    <a:pt x="78258" y="202045"/>
                  </a:lnTo>
                  <a:lnTo>
                    <a:pt x="55306" y="239828"/>
                  </a:lnTo>
                  <a:lnTo>
                    <a:pt x="36010" y="279886"/>
                  </a:lnTo>
                  <a:lnTo>
                    <a:pt x="20601" y="321989"/>
                  </a:lnTo>
                  <a:lnTo>
                    <a:pt x="9309" y="365905"/>
                  </a:lnTo>
                  <a:lnTo>
                    <a:pt x="2365" y="411405"/>
                  </a:lnTo>
                  <a:lnTo>
                    <a:pt x="0" y="458258"/>
                  </a:lnTo>
                  <a:lnTo>
                    <a:pt x="2365" y="505111"/>
                  </a:lnTo>
                  <a:lnTo>
                    <a:pt x="9309" y="550611"/>
                  </a:lnTo>
                  <a:lnTo>
                    <a:pt x="20601" y="594527"/>
                  </a:lnTo>
                  <a:lnTo>
                    <a:pt x="36010" y="636629"/>
                  </a:lnTo>
                  <a:lnTo>
                    <a:pt x="55306" y="676687"/>
                  </a:lnTo>
                  <a:lnTo>
                    <a:pt x="78258" y="714471"/>
                  </a:lnTo>
                  <a:lnTo>
                    <a:pt x="104637" y="749749"/>
                  </a:lnTo>
                  <a:lnTo>
                    <a:pt x="134213" y="782292"/>
                  </a:lnTo>
                  <a:lnTo>
                    <a:pt x="166754" y="811870"/>
                  </a:lnTo>
                  <a:lnTo>
                    <a:pt x="202030" y="838251"/>
                  </a:lnTo>
                  <a:lnTo>
                    <a:pt x="239812" y="861205"/>
                  </a:lnTo>
                  <a:lnTo>
                    <a:pt x="279869" y="880503"/>
                  </a:lnTo>
                  <a:lnTo>
                    <a:pt x="321970" y="895913"/>
                  </a:lnTo>
                  <a:lnTo>
                    <a:pt x="365885" y="907206"/>
                  </a:lnTo>
                  <a:lnTo>
                    <a:pt x="411384" y="914150"/>
                  </a:lnTo>
                  <a:lnTo>
                    <a:pt x="458237" y="916516"/>
                  </a:lnTo>
                  <a:lnTo>
                    <a:pt x="505092" y="914150"/>
                  </a:lnTo>
                  <a:lnTo>
                    <a:pt x="550593" y="907206"/>
                  </a:lnTo>
                  <a:lnTo>
                    <a:pt x="594510" y="895913"/>
                  </a:lnTo>
                  <a:lnTo>
                    <a:pt x="636613" y="880503"/>
                  </a:lnTo>
                  <a:lnTo>
                    <a:pt x="676671" y="861205"/>
                  </a:lnTo>
                  <a:lnTo>
                    <a:pt x="714455" y="838251"/>
                  </a:lnTo>
                  <a:lnTo>
                    <a:pt x="749733" y="811870"/>
                  </a:lnTo>
                  <a:lnTo>
                    <a:pt x="782275" y="782292"/>
                  </a:lnTo>
                  <a:lnTo>
                    <a:pt x="811852" y="749749"/>
                  </a:lnTo>
                  <a:lnTo>
                    <a:pt x="838233" y="714471"/>
                  </a:lnTo>
                  <a:lnTo>
                    <a:pt x="861186" y="676687"/>
                  </a:lnTo>
                  <a:lnTo>
                    <a:pt x="880483" y="636629"/>
                  </a:lnTo>
                  <a:lnTo>
                    <a:pt x="895893" y="594527"/>
                  </a:lnTo>
                  <a:lnTo>
                    <a:pt x="907185" y="550611"/>
                  </a:lnTo>
                  <a:lnTo>
                    <a:pt x="914129" y="505111"/>
                  </a:lnTo>
                  <a:lnTo>
                    <a:pt x="916495" y="458258"/>
                  </a:lnTo>
                  <a:lnTo>
                    <a:pt x="914129" y="411405"/>
                  </a:lnTo>
                  <a:lnTo>
                    <a:pt x="907185" y="365905"/>
                  </a:lnTo>
                  <a:lnTo>
                    <a:pt x="895893" y="321989"/>
                  </a:lnTo>
                  <a:lnTo>
                    <a:pt x="880483" y="279886"/>
                  </a:lnTo>
                  <a:lnTo>
                    <a:pt x="861186" y="239828"/>
                  </a:lnTo>
                  <a:lnTo>
                    <a:pt x="838233" y="202045"/>
                  </a:lnTo>
                  <a:lnTo>
                    <a:pt x="811852" y="166766"/>
                  </a:lnTo>
                  <a:lnTo>
                    <a:pt x="782275" y="134223"/>
                  </a:lnTo>
                  <a:lnTo>
                    <a:pt x="749733" y="104646"/>
                  </a:lnTo>
                  <a:lnTo>
                    <a:pt x="714455" y="78265"/>
                  </a:lnTo>
                  <a:lnTo>
                    <a:pt x="676671" y="55310"/>
                  </a:lnTo>
                  <a:lnTo>
                    <a:pt x="636613" y="36013"/>
                  </a:lnTo>
                  <a:lnTo>
                    <a:pt x="594510" y="20603"/>
                  </a:lnTo>
                  <a:lnTo>
                    <a:pt x="550593" y="9310"/>
                  </a:lnTo>
                  <a:lnTo>
                    <a:pt x="505092" y="2366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6" name="object 26">
              <a:extLst>
                <a:ext uri="{FF2B5EF4-FFF2-40B4-BE49-F238E27FC236}">
                  <a16:creationId xmlns:a16="http://schemas.microsoft.com/office/drawing/2014/main" id="{BF52B884-47A6-EC15-9791-04C735559D81}"/>
                </a:ext>
              </a:extLst>
            </p:cNvPr>
            <p:cNvSpPr/>
            <p:nvPr/>
          </p:nvSpPr>
          <p:spPr>
            <a:xfrm>
              <a:off x="6139303" y="4862255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2"/>
                  </a:lnTo>
                  <a:lnTo>
                    <a:pt x="9309" y="550603"/>
                  </a:lnTo>
                  <a:lnTo>
                    <a:pt x="20601" y="594520"/>
                  </a:lnTo>
                  <a:lnTo>
                    <a:pt x="36010" y="636623"/>
                  </a:lnTo>
                  <a:lnTo>
                    <a:pt x="55306" y="676682"/>
                  </a:lnTo>
                  <a:lnTo>
                    <a:pt x="78258" y="714465"/>
                  </a:lnTo>
                  <a:lnTo>
                    <a:pt x="104637" y="749743"/>
                  </a:lnTo>
                  <a:lnTo>
                    <a:pt x="134213" y="782286"/>
                  </a:lnTo>
                  <a:lnTo>
                    <a:pt x="166754" y="811863"/>
                  </a:lnTo>
                  <a:lnTo>
                    <a:pt x="202030" y="838243"/>
                  </a:lnTo>
                  <a:lnTo>
                    <a:pt x="239812" y="861197"/>
                  </a:lnTo>
                  <a:lnTo>
                    <a:pt x="279869" y="880494"/>
                  </a:lnTo>
                  <a:lnTo>
                    <a:pt x="321970" y="895903"/>
                  </a:lnTo>
                  <a:lnTo>
                    <a:pt x="365885" y="907196"/>
                  </a:lnTo>
                  <a:lnTo>
                    <a:pt x="411384" y="914140"/>
                  </a:lnTo>
                  <a:lnTo>
                    <a:pt x="458237" y="916506"/>
                  </a:lnTo>
                  <a:lnTo>
                    <a:pt x="505092" y="914140"/>
                  </a:lnTo>
                  <a:lnTo>
                    <a:pt x="550593" y="907196"/>
                  </a:lnTo>
                  <a:lnTo>
                    <a:pt x="594510" y="895903"/>
                  </a:lnTo>
                  <a:lnTo>
                    <a:pt x="636613" y="880494"/>
                  </a:lnTo>
                  <a:lnTo>
                    <a:pt x="676671" y="861197"/>
                  </a:lnTo>
                  <a:lnTo>
                    <a:pt x="714455" y="838243"/>
                  </a:lnTo>
                  <a:lnTo>
                    <a:pt x="749733" y="811863"/>
                  </a:lnTo>
                  <a:lnTo>
                    <a:pt x="782275" y="782286"/>
                  </a:lnTo>
                  <a:lnTo>
                    <a:pt x="811852" y="749743"/>
                  </a:lnTo>
                  <a:lnTo>
                    <a:pt x="838233" y="714465"/>
                  </a:lnTo>
                  <a:lnTo>
                    <a:pt x="861186" y="676682"/>
                  </a:lnTo>
                  <a:lnTo>
                    <a:pt x="880483" y="636623"/>
                  </a:lnTo>
                  <a:lnTo>
                    <a:pt x="895893" y="594520"/>
                  </a:lnTo>
                  <a:lnTo>
                    <a:pt x="907185" y="550603"/>
                  </a:lnTo>
                  <a:lnTo>
                    <a:pt x="914129" y="505102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  <p:sp>
          <p:nvSpPr>
            <p:cNvPr id="57" name="object 27">
              <a:extLst>
                <a:ext uri="{FF2B5EF4-FFF2-40B4-BE49-F238E27FC236}">
                  <a16:creationId xmlns:a16="http://schemas.microsoft.com/office/drawing/2014/main" id="{4A4FC1B3-C949-4C6D-D702-472F441D3D6A}"/>
                </a:ext>
              </a:extLst>
            </p:cNvPr>
            <p:cNvSpPr/>
            <p:nvPr/>
          </p:nvSpPr>
          <p:spPr>
            <a:xfrm>
              <a:off x="6139303" y="6236999"/>
              <a:ext cx="916940" cy="916940"/>
            </a:xfrm>
            <a:custGeom>
              <a:avLst/>
              <a:gdLst/>
              <a:ahLst/>
              <a:cxnLst/>
              <a:rect l="l" t="t" r="r" b="b"/>
              <a:pathLst>
                <a:path w="916940" h="916940">
                  <a:moveTo>
                    <a:pt x="458237" y="0"/>
                  </a:moveTo>
                  <a:lnTo>
                    <a:pt x="411384" y="2365"/>
                  </a:lnTo>
                  <a:lnTo>
                    <a:pt x="365885" y="9310"/>
                  </a:lnTo>
                  <a:lnTo>
                    <a:pt x="321970" y="20602"/>
                  </a:lnTo>
                  <a:lnTo>
                    <a:pt x="279869" y="36011"/>
                  </a:lnTo>
                  <a:lnTo>
                    <a:pt x="239812" y="55308"/>
                  </a:lnTo>
                  <a:lnTo>
                    <a:pt x="202030" y="78262"/>
                  </a:lnTo>
                  <a:lnTo>
                    <a:pt x="166754" y="104642"/>
                  </a:lnTo>
                  <a:lnTo>
                    <a:pt x="134213" y="134218"/>
                  </a:lnTo>
                  <a:lnTo>
                    <a:pt x="104637" y="166760"/>
                  </a:lnTo>
                  <a:lnTo>
                    <a:pt x="78258" y="202037"/>
                  </a:lnTo>
                  <a:lnTo>
                    <a:pt x="55306" y="239820"/>
                  </a:lnTo>
                  <a:lnTo>
                    <a:pt x="36010" y="279877"/>
                  </a:lnTo>
                  <a:lnTo>
                    <a:pt x="20601" y="321979"/>
                  </a:lnTo>
                  <a:lnTo>
                    <a:pt x="9309" y="365895"/>
                  </a:lnTo>
                  <a:lnTo>
                    <a:pt x="2365" y="411394"/>
                  </a:lnTo>
                  <a:lnTo>
                    <a:pt x="0" y="458247"/>
                  </a:lnTo>
                  <a:lnTo>
                    <a:pt x="2365" y="505100"/>
                  </a:lnTo>
                  <a:lnTo>
                    <a:pt x="9309" y="550600"/>
                  </a:lnTo>
                  <a:lnTo>
                    <a:pt x="20601" y="594515"/>
                  </a:lnTo>
                  <a:lnTo>
                    <a:pt x="36010" y="636617"/>
                  </a:lnTo>
                  <a:lnTo>
                    <a:pt x="55306" y="676675"/>
                  </a:lnTo>
                  <a:lnTo>
                    <a:pt x="78258" y="714457"/>
                  </a:lnTo>
                  <a:lnTo>
                    <a:pt x="104637" y="749735"/>
                  </a:lnTo>
                  <a:lnTo>
                    <a:pt x="134213" y="782277"/>
                  </a:lnTo>
                  <a:lnTo>
                    <a:pt x="166754" y="811853"/>
                  </a:lnTo>
                  <a:lnTo>
                    <a:pt x="202030" y="838233"/>
                  </a:lnTo>
                  <a:lnTo>
                    <a:pt x="239812" y="861187"/>
                  </a:lnTo>
                  <a:lnTo>
                    <a:pt x="279869" y="880483"/>
                  </a:lnTo>
                  <a:lnTo>
                    <a:pt x="321970" y="895893"/>
                  </a:lnTo>
                  <a:lnTo>
                    <a:pt x="365885" y="907185"/>
                  </a:lnTo>
                  <a:lnTo>
                    <a:pt x="411384" y="914129"/>
                  </a:lnTo>
                  <a:lnTo>
                    <a:pt x="458237" y="916495"/>
                  </a:lnTo>
                  <a:lnTo>
                    <a:pt x="505092" y="914129"/>
                  </a:lnTo>
                  <a:lnTo>
                    <a:pt x="550593" y="907185"/>
                  </a:lnTo>
                  <a:lnTo>
                    <a:pt x="594510" y="895893"/>
                  </a:lnTo>
                  <a:lnTo>
                    <a:pt x="636613" y="880483"/>
                  </a:lnTo>
                  <a:lnTo>
                    <a:pt x="676671" y="861187"/>
                  </a:lnTo>
                  <a:lnTo>
                    <a:pt x="714455" y="838233"/>
                  </a:lnTo>
                  <a:lnTo>
                    <a:pt x="749733" y="811853"/>
                  </a:lnTo>
                  <a:lnTo>
                    <a:pt x="782275" y="782277"/>
                  </a:lnTo>
                  <a:lnTo>
                    <a:pt x="811852" y="749735"/>
                  </a:lnTo>
                  <a:lnTo>
                    <a:pt x="838233" y="714457"/>
                  </a:lnTo>
                  <a:lnTo>
                    <a:pt x="861186" y="676675"/>
                  </a:lnTo>
                  <a:lnTo>
                    <a:pt x="880483" y="636617"/>
                  </a:lnTo>
                  <a:lnTo>
                    <a:pt x="895893" y="594515"/>
                  </a:lnTo>
                  <a:lnTo>
                    <a:pt x="907185" y="550600"/>
                  </a:lnTo>
                  <a:lnTo>
                    <a:pt x="914129" y="505100"/>
                  </a:lnTo>
                  <a:lnTo>
                    <a:pt x="916495" y="458247"/>
                  </a:lnTo>
                  <a:lnTo>
                    <a:pt x="914129" y="411394"/>
                  </a:lnTo>
                  <a:lnTo>
                    <a:pt x="907185" y="365895"/>
                  </a:lnTo>
                  <a:lnTo>
                    <a:pt x="895893" y="321979"/>
                  </a:lnTo>
                  <a:lnTo>
                    <a:pt x="880483" y="279877"/>
                  </a:lnTo>
                  <a:lnTo>
                    <a:pt x="861186" y="239820"/>
                  </a:lnTo>
                  <a:lnTo>
                    <a:pt x="838233" y="202037"/>
                  </a:lnTo>
                  <a:lnTo>
                    <a:pt x="811852" y="166760"/>
                  </a:lnTo>
                  <a:lnTo>
                    <a:pt x="782275" y="134218"/>
                  </a:lnTo>
                  <a:lnTo>
                    <a:pt x="749733" y="104642"/>
                  </a:lnTo>
                  <a:lnTo>
                    <a:pt x="714455" y="78262"/>
                  </a:lnTo>
                  <a:lnTo>
                    <a:pt x="676671" y="55308"/>
                  </a:lnTo>
                  <a:lnTo>
                    <a:pt x="636613" y="36011"/>
                  </a:lnTo>
                  <a:lnTo>
                    <a:pt x="594510" y="20602"/>
                  </a:lnTo>
                  <a:lnTo>
                    <a:pt x="550593" y="9310"/>
                  </a:lnTo>
                  <a:lnTo>
                    <a:pt x="505092" y="2365"/>
                  </a:lnTo>
                  <a:lnTo>
                    <a:pt x="458237" y="0"/>
                  </a:lnTo>
                  <a:close/>
                </a:path>
              </a:pathLst>
            </a:custGeom>
            <a:solidFill>
              <a:srgbClr val="6477BA">
                <a:alpha val="1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811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F77C00-282B-2A43-98C2-B324093BC270}"/>
              </a:ext>
            </a:extLst>
          </p:cNvPr>
          <p:cNvSpPr txBox="1"/>
          <p:nvPr/>
        </p:nvSpPr>
        <p:spPr>
          <a:xfrm>
            <a:off x="4111082" y="5341529"/>
            <a:ext cx="3969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cap="none" spc="10" baseline="0" err="1">
                <a:solidFill>
                  <a:schemeClr val="tx2"/>
                </a:solidFill>
                <a:latin typeface="Arial" panose="020B0604020202020204" pitchFamily="34" charset="0"/>
              </a:rPr>
              <a:t>resolvetosavelives.org</a:t>
            </a:r>
            <a:endParaRPr lang="en-US" sz="2400" b="0" i="0" cap="none" spc="10" baseline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DD3B1AF9-4A8F-C94D-8F1A-EDAE49536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351" y="2375283"/>
            <a:ext cx="4825298" cy="2107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5C8F1A-50A4-4990-C9AF-CCB57FF2856B}"/>
              </a:ext>
            </a:extLst>
          </p:cNvPr>
          <p:cNvSpPr txBox="1"/>
          <p:nvPr/>
        </p:nvSpPr>
        <p:spPr>
          <a:xfrm>
            <a:off x="4111082" y="5341529"/>
            <a:ext cx="3969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cap="none" spc="10" baseline="0" err="1">
                <a:solidFill>
                  <a:schemeClr val="tx2"/>
                </a:solidFill>
                <a:latin typeface="Arial" panose="020B0604020202020204" pitchFamily="34" charset="0"/>
              </a:rPr>
              <a:t>resolvetosavelives.org</a:t>
            </a:r>
            <a:endParaRPr lang="en-US" sz="2400" b="0" i="0" cap="none" spc="10" baseline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B2ED84FA-8BAC-C7D1-2D6A-F6F4DC68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351" y="2375283"/>
            <a:ext cx="4825298" cy="210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6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F2EC8-15F5-0941-ABBC-2EC97DE4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4AFE-C45D-D240-AA57-B1E654085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04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800" b="1" i="0" kern="1200" baseline="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24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orldpop.org/sdi/introapi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earthengine.google.com/" TargetMode="External"/><Relationship Id="rId2" Type="http://schemas.openxmlformats.org/officeDocument/2006/relationships/hyperlink" Target="https://developers.google.com/earth-engine/datasets/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28283C"/>
                </a:solidFill>
                <a:latin typeface="Arial"/>
              </a:defRPr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Module 5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: 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Using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open source data via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api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23232"/>
                </a:solidFill>
                <a:latin typeface="Arial"/>
              </a:defRPr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Data Use for Decision Science Training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C7C20D-274F-E006-F168-C70D45587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0868-5456-233F-B383-068EAE34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BA883-69A6-DBB4-DE88-A466139CA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0090968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23232"/>
                </a:solidFill>
                <a:latin typeface="Arial"/>
              </a:defRPr>
            </a:pPr>
            <a:r>
              <a:rPr lang="en-US" dirty="0"/>
              <a:t>Understand the basic concepts of API</a:t>
            </a:r>
          </a:p>
          <a:p>
            <a:pPr marL="358775" lvl="1" indent="-342900">
              <a:buFont typeface="Arial" panose="020B0604020202020204" pitchFamily="34" charset="0"/>
              <a:buChar char="•"/>
              <a:defRPr sz="2200">
                <a:solidFill>
                  <a:srgbClr val="323232"/>
                </a:solidFill>
                <a:latin typeface="Arial"/>
              </a:defRPr>
            </a:pPr>
            <a:r>
              <a:rPr lang="en-US" b="1" dirty="0"/>
              <a:t>Retrieve and use open-source data for your data use projects with 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99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2C321-152C-D82F-B10C-2B0473A8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C0554904-7D1D-3FA4-8FC1-A6CB499B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29" y="731295"/>
            <a:ext cx="11112000" cy="759035"/>
          </a:xfrm>
        </p:spPr>
        <p:txBody>
          <a:bodyPr>
            <a:noAutofit/>
          </a:bodyPr>
          <a:lstStyle/>
          <a:p>
            <a:r>
              <a:rPr lang="en-US" sz="2400" dirty="0"/>
              <a:t>Epidemic Intelligence for Collaborative Surveillance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16800-7ABF-D325-CD4F-055D80D9DEE1}"/>
              </a:ext>
            </a:extLst>
          </p:cNvPr>
          <p:cNvSpPr txBox="1">
            <a:spLocks/>
          </p:cNvSpPr>
          <p:nvPr/>
        </p:nvSpPr>
        <p:spPr>
          <a:xfrm>
            <a:off x="761418" y="142462"/>
            <a:ext cx="11355410" cy="4288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0" kern="120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4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chemeClr val="tx2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CC83966-2F32-8946-CEDE-E86FF85131C4}"/>
              </a:ext>
            </a:extLst>
          </p:cNvPr>
          <p:cNvGraphicFramePr/>
          <p:nvPr/>
        </p:nvGraphicFramePr>
        <p:xfrm>
          <a:off x="759792" y="1278384"/>
          <a:ext cx="4448312" cy="5279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828361-0826-EF15-A255-D940C4B0CE24}"/>
              </a:ext>
            </a:extLst>
          </p:cNvPr>
          <p:cNvGraphicFramePr>
            <a:graphicFrameLocks noGrp="1"/>
          </p:cNvGraphicFramePr>
          <p:nvPr/>
        </p:nvGraphicFramePr>
        <p:xfrm>
          <a:off x="6329778" y="1219385"/>
          <a:ext cx="5350229" cy="5400226"/>
        </p:xfrm>
        <a:graphic>
          <a:graphicData uri="http://schemas.openxmlformats.org/drawingml/2006/table">
            <a:tbl>
              <a:tblPr firstRow="1" firstCol="1">
                <a:tableStyleId>{69012ECD-51FC-41F1-AA8D-1B2483CD663E}</a:tableStyleId>
              </a:tblPr>
              <a:tblGrid>
                <a:gridCol w="1516902">
                  <a:extLst>
                    <a:ext uri="{9D8B030D-6E8A-4147-A177-3AD203B41FA5}">
                      <a16:colId xmlns:a16="http://schemas.microsoft.com/office/drawing/2014/main" val="1288929196"/>
                    </a:ext>
                  </a:extLst>
                </a:gridCol>
                <a:gridCol w="774047">
                  <a:extLst>
                    <a:ext uri="{9D8B030D-6E8A-4147-A177-3AD203B41FA5}">
                      <a16:colId xmlns:a16="http://schemas.microsoft.com/office/drawing/2014/main" val="1899384232"/>
                    </a:ext>
                  </a:extLst>
                </a:gridCol>
                <a:gridCol w="3059280">
                  <a:extLst>
                    <a:ext uri="{9D8B030D-6E8A-4147-A177-3AD203B41FA5}">
                      <a16:colId xmlns:a16="http://schemas.microsoft.com/office/drawing/2014/main" val="2542013738"/>
                    </a:ext>
                  </a:extLst>
                </a:gridCol>
              </a:tblGrid>
              <a:tr h="548945">
                <a:tc>
                  <a:txBody>
                    <a:bodyPr/>
                    <a:lstStyle/>
                    <a:p>
                      <a:pPr marL="0" marR="0" algn="ctr"/>
                      <a:endParaRPr lang="en-US" sz="1400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29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400">
                          <a:effectLst/>
                          <a:latin typeface="Public Sans" pitchFamily="2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29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400">
                          <a:effectLst/>
                          <a:latin typeface="Public Sans" pitchFamily="2" charset="0"/>
                        </a:rPr>
                        <a:t>Topic</a:t>
                      </a:r>
                      <a:endParaRPr lang="en-US" sz="1400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29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73240"/>
                  </a:ext>
                </a:extLst>
              </a:tr>
              <a:tr h="737277">
                <a:tc>
                  <a:txBody>
                    <a:bodyPr/>
                    <a:lstStyle/>
                    <a:p>
                      <a:pPr marL="0" marR="0" algn="ctr"/>
                      <a:endParaRPr lang="en-US" sz="1200" b="1" u="none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 b="1" u="none">
                          <a:effectLst/>
                          <a:latin typeface="Public Sans" pitchFamily="2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u="none">
                          <a:effectLst/>
                          <a:latin typeface="Public Sans" pitchFamily="2" charset="0"/>
                        </a:rPr>
                        <a:t>Epidemic Intelligence for Collaborative Surveillance </a:t>
                      </a:r>
                      <a:endParaRPr lang="en-US" sz="2400" b="1" u="none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727429"/>
                  </a:ext>
                </a:extLst>
              </a:tr>
              <a:tr h="731928">
                <a:tc>
                  <a:txBody>
                    <a:bodyPr/>
                    <a:lstStyle/>
                    <a:p>
                      <a:pPr marL="0" marR="0" algn="ctr"/>
                      <a:endParaRPr lang="en-US" sz="1200" b="1" u="none">
                        <a:effectLst/>
                        <a:latin typeface="Public Sans" pitchFamily="2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200" b="1" u="none">
                          <a:effectLst/>
                          <a:latin typeface="Public Sans" pitchFamily="2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u="none">
                        <a:effectLst/>
                        <a:latin typeface="Public Sans" pitchFamily="2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u="none">
                          <a:effectLst/>
                          <a:latin typeface="Public Sans" pitchFamily="2" charset="0"/>
                        </a:rPr>
                        <a:t>Data use to support decision making with R </a:t>
                      </a:r>
                      <a:endParaRPr lang="en-US" sz="2400" b="1" u="none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80370"/>
                  </a:ext>
                </a:extLst>
              </a:tr>
              <a:tr h="943366"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>
                          <a:effectLst/>
                          <a:latin typeface="Public Sans" pitchFamily="2" charset="0"/>
                          <a:cs typeface="Arial" panose="020B0604020202020204" pitchFamily="34" charset="0"/>
                        </a:rPr>
                        <a:t>3</a:t>
                      </a:r>
                      <a:endParaRPr sz="2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u="none">
                          <a:effectLst/>
                          <a:latin typeface="Public Sans" pitchFamily="2" charset="0"/>
                        </a:rPr>
                        <a:t>Effective data translation &amp; communication </a:t>
                      </a:r>
                      <a:endParaRPr lang="en-US" sz="2400" b="1" u="none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812718"/>
                  </a:ext>
                </a:extLst>
              </a:tr>
              <a:tr h="1105915"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>
                          <a:effectLst/>
                          <a:latin typeface="Public Sans" pitchFamily="2" charset="0"/>
                          <a:cs typeface="Arial" panose="020B0604020202020204" pitchFamily="34" charset="0"/>
                        </a:rPr>
                        <a:t>4</a:t>
                      </a:r>
                      <a:endParaRPr sz="1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u="none">
                          <a:effectLst/>
                          <a:latin typeface="Public Sans" pitchFamily="2" charset="0"/>
                        </a:rPr>
                        <a:t>Effective data management practice</a:t>
                      </a:r>
                      <a:endParaRPr lang="en-US" sz="2400" b="1" u="none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647616"/>
                  </a:ext>
                </a:extLst>
              </a:tr>
              <a:tr h="411199"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>
                          <a:effectLst/>
                          <a:latin typeface="Public Sans" pitchFamily="2" charset="0"/>
                          <a:cs typeface="Arial" panose="020B0604020202020204" pitchFamily="34" charset="0"/>
                        </a:rPr>
                        <a:t>5</a:t>
                      </a:r>
                      <a:endParaRPr sz="1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u="none">
                          <a:effectLst/>
                          <a:latin typeface="Public Sans" pitchFamily="2" charset="0"/>
                        </a:rPr>
                        <a:t>Open-source data use</a:t>
                      </a:r>
                      <a:endParaRPr lang="en-US" sz="2400" b="1" u="none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40987"/>
                  </a:ext>
                </a:extLst>
              </a:tr>
              <a:tr h="921596"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>
                          <a:effectLst/>
                          <a:latin typeface="Public Sans" pitchFamily="2" charset="0"/>
                          <a:cs typeface="Arial" panose="020B0604020202020204" pitchFamily="34" charset="0"/>
                        </a:rPr>
                        <a:t>6</a:t>
                      </a:r>
                      <a:endParaRPr sz="1400"/>
                    </a:p>
                  </a:txBody>
                  <a:tcPr marL="68323" marR="68323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600" b="1" u="none" dirty="0">
                          <a:effectLst/>
                          <a:latin typeface="Public Sans" pitchFamily="2" charset="0"/>
                        </a:rPr>
                        <a:t>Epi analysis &amp; manuscript writing</a:t>
                      </a:r>
                      <a:endParaRPr lang="en-US" sz="2400" b="1" u="none" dirty="0">
                        <a:effectLst/>
                        <a:latin typeface="Public Sans" pitchFamily="2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323" marR="68323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217389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C0D7B990-DA53-A69E-D730-9B5E21F5DBAA}"/>
              </a:ext>
            </a:extLst>
          </p:cNvPr>
          <p:cNvSpPr/>
          <p:nvPr/>
        </p:nvSpPr>
        <p:spPr>
          <a:xfrm>
            <a:off x="6424025" y="1978420"/>
            <a:ext cx="249381" cy="276594"/>
          </a:xfrm>
          <a:prstGeom prst="ellipse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94501B-9120-C606-4C42-E20E3E819615}"/>
              </a:ext>
            </a:extLst>
          </p:cNvPr>
          <p:cNvSpPr/>
          <p:nvPr/>
        </p:nvSpPr>
        <p:spPr>
          <a:xfrm>
            <a:off x="6792703" y="1978420"/>
            <a:ext cx="249381" cy="2765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B9AD39-B745-D8EF-00FF-E76EFFCD355A}"/>
              </a:ext>
            </a:extLst>
          </p:cNvPr>
          <p:cNvSpPr/>
          <p:nvPr/>
        </p:nvSpPr>
        <p:spPr>
          <a:xfrm>
            <a:off x="6449311" y="2718306"/>
            <a:ext cx="249381" cy="276594"/>
          </a:xfrm>
          <a:prstGeom prst="ellipse">
            <a:avLst/>
          </a:prstGeom>
          <a:solidFill>
            <a:srgbClr val="85BD40"/>
          </a:solidFill>
          <a:ln>
            <a:solidFill>
              <a:srgbClr val="85B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0916BE-3506-3050-007B-7E905222EDF7}"/>
              </a:ext>
            </a:extLst>
          </p:cNvPr>
          <p:cNvSpPr/>
          <p:nvPr/>
        </p:nvSpPr>
        <p:spPr>
          <a:xfrm>
            <a:off x="6817989" y="2718306"/>
            <a:ext cx="249381" cy="276594"/>
          </a:xfrm>
          <a:prstGeom prst="ellipse">
            <a:avLst/>
          </a:prstGeom>
          <a:solidFill>
            <a:srgbClr val="E8383C"/>
          </a:solidFill>
          <a:ln>
            <a:solidFill>
              <a:srgbClr val="E83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CE1A4F-479F-87D3-C509-7E0D9F2FB51E}"/>
              </a:ext>
            </a:extLst>
          </p:cNvPr>
          <p:cNvSpPr/>
          <p:nvPr/>
        </p:nvSpPr>
        <p:spPr>
          <a:xfrm>
            <a:off x="6449311" y="3589434"/>
            <a:ext cx="249381" cy="27659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6F30A4-C425-471C-82C1-2BCD5A44A06B}"/>
              </a:ext>
            </a:extLst>
          </p:cNvPr>
          <p:cNvSpPr/>
          <p:nvPr/>
        </p:nvSpPr>
        <p:spPr>
          <a:xfrm>
            <a:off x="6817989" y="3589434"/>
            <a:ext cx="249381" cy="2765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022AF80-E944-B877-9C64-F76B369B0821}"/>
              </a:ext>
            </a:extLst>
          </p:cNvPr>
          <p:cNvSpPr/>
          <p:nvPr/>
        </p:nvSpPr>
        <p:spPr>
          <a:xfrm>
            <a:off x="6449311" y="4592453"/>
            <a:ext cx="249381" cy="276594"/>
          </a:xfrm>
          <a:prstGeom prst="ellipse">
            <a:avLst/>
          </a:prstGeom>
          <a:solidFill>
            <a:srgbClr val="FCBA24"/>
          </a:solidFill>
          <a:ln>
            <a:solidFill>
              <a:srgbClr val="FCBA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208778-3A14-55F3-0368-FFAA3960217D}"/>
              </a:ext>
            </a:extLst>
          </p:cNvPr>
          <p:cNvSpPr/>
          <p:nvPr/>
        </p:nvSpPr>
        <p:spPr>
          <a:xfrm>
            <a:off x="6817989" y="4592453"/>
            <a:ext cx="249381" cy="276594"/>
          </a:xfrm>
          <a:prstGeom prst="ellipse">
            <a:avLst/>
          </a:prstGeom>
          <a:solidFill>
            <a:srgbClr val="E8383C"/>
          </a:solidFill>
          <a:ln>
            <a:solidFill>
              <a:srgbClr val="E83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0C0FD9-3795-44E7-0077-0AFE701BFAE8}"/>
              </a:ext>
            </a:extLst>
          </p:cNvPr>
          <p:cNvSpPr/>
          <p:nvPr/>
        </p:nvSpPr>
        <p:spPr>
          <a:xfrm>
            <a:off x="6817988" y="5357137"/>
            <a:ext cx="249381" cy="2765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1B88B34-BB93-6625-2B47-E37F427413A5}"/>
              </a:ext>
            </a:extLst>
          </p:cNvPr>
          <p:cNvSpPr/>
          <p:nvPr/>
        </p:nvSpPr>
        <p:spPr>
          <a:xfrm>
            <a:off x="6461954" y="5357137"/>
            <a:ext cx="249381" cy="276594"/>
          </a:xfrm>
          <a:prstGeom prst="ellipse">
            <a:avLst/>
          </a:prstGeom>
          <a:solidFill>
            <a:srgbClr val="FCBA24"/>
          </a:solidFill>
          <a:ln>
            <a:solidFill>
              <a:srgbClr val="FCBA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7967409-5B26-0133-51CD-BDB04ADDFFF2}"/>
              </a:ext>
            </a:extLst>
          </p:cNvPr>
          <p:cNvSpPr/>
          <p:nvPr/>
        </p:nvSpPr>
        <p:spPr>
          <a:xfrm>
            <a:off x="6449311" y="6072213"/>
            <a:ext cx="249381" cy="276594"/>
          </a:xfrm>
          <a:prstGeom prst="ellipse">
            <a:avLst/>
          </a:prstGeom>
          <a:solidFill>
            <a:srgbClr val="85BD40"/>
          </a:solidFill>
          <a:ln>
            <a:solidFill>
              <a:srgbClr val="85BD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BDBD278-6E6A-A603-E1FD-678C22433F59}"/>
              </a:ext>
            </a:extLst>
          </p:cNvPr>
          <p:cNvSpPr/>
          <p:nvPr/>
        </p:nvSpPr>
        <p:spPr>
          <a:xfrm>
            <a:off x="6817989" y="6072213"/>
            <a:ext cx="249381" cy="276594"/>
          </a:xfrm>
          <a:prstGeom prst="ellipse">
            <a:avLst/>
          </a:prstGeom>
          <a:solidFill>
            <a:srgbClr val="E8383C"/>
          </a:solidFill>
          <a:ln>
            <a:solidFill>
              <a:srgbClr val="E83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67CDCA-37CF-0F9A-A77F-2FAA00E8CBF2}"/>
              </a:ext>
            </a:extLst>
          </p:cNvPr>
          <p:cNvSpPr/>
          <p:nvPr/>
        </p:nvSpPr>
        <p:spPr>
          <a:xfrm>
            <a:off x="7183465" y="6072213"/>
            <a:ext cx="249381" cy="2765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4DEF047-E336-F032-B446-909BCE522247}"/>
              </a:ext>
            </a:extLst>
          </p:cNvPr>
          <p:cNvSpPr/>
          <p:nvPr/>
        </p:nvSpPr>
        <p:spPr>
          <a:xfrm>
            <a:off x="7183464" y="2718306"/>
            <a:ext cx="249381" cy="276594"/>
          </a:xfrm>
          <a:prstGeom prst="ellipse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E949700-05BE-D075-E847-5D29BFE2A406}"/>
              </a:ext>
            </a:extLst>
          </p:cNvPr>
          <p:cNvSpPr/>
          <p:nvPr/>
        </p:nvSpPr>
        <p:spPr>
          <a:xfrm>
            <a:off x="7184447" y="3589434"/>
            <a:ext cx="249381" cy="276594"/>
          </a:xfrm>
          <a:prstGeom prst="ellipse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F871EF3-AC66-5C19-A920-37AAAE1345F1}"/>
              </a:ext>
            </a:extLst>
          </p:cNvPr>
          <p:cNvSpPr/>
          <p:nvPr/>
        </p:nvSpPr>
        <p:spPr>
          <a:xfrm>
            <a:off x="7183464" y="4592453"/>
            <a:ext cx="249381" cy="276594"/>
          </a:xfrm>
          <a:prstGeom prst="ellipse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E3BF44-F603-FEA6-F8AE-6E3D341E6093}"/>
              </a:ext>
            </a:extLst>
          </p:cNvPr>
          <p:cNvSpPr/>
          <p:nvPr/>
        </p:nvSpPr>
        <p:spPr>
          <a:xfrm>
            <a:off x="7183464" y="5357137"/>
            <a:ext cx="249381" cy="276594"/>
          </a:xfrm>
          <a:prstGeom prst="ellipse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981A42-3AC9-AC64-C059-51163B94F476}"/>
              </a:ext>
            </a:extLst>
          </p:cNvPr>
          <p:cNvSpPr/>
          <p:nvPr/>
        </p:nvSpPr>
        <p:spPr>
          <a:xfrm>
            <a:off x="7548941" y="6072213"/>
            <a:ext cx="249381" cy="276594"/>
          </a:xfrm>
          <a:prstGeom prst="ellipse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Checkmark with solid fill">
            <a:extLst>
              <a:ext uri="{FF2B5EF4-FFF2-40B4-BE49-F238E27FC236}">
                <a16:creationId xmlns:a16="http://schemas.microsoft.com/office/drawing/2014/main" id="{D5AB4DD6-0972-0683-66F1-5F913360DE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27542" y="1656735"/>
            <a:ext cx="914400" cy="914400"/>
          </a:xfrm>
          <a:prstGeom prst="rect">
            <a:avLst/>
          </a:prstGeom>
        </p:spPr>
      </p:pic>
      <p:pic>
        <p:nvPicPr>
          <p:cNvPr id="49" name="Graphic 48" descr="Checkmark with solid fill">
            <a:extLst>
              <a:ext uri="{FF2B5EF4-FFF2-40B4-BE49-F238E27FC236}">
                <a16:creationId xmlns:a16="http://schemas.microsoft.com/office/drawing/2014/main" id="{C4A4C428-2233-778E-CB18-1065BBB87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27542" y="2406445"/>
            <a:ext cx="914400" cy="914400"/>
          </a:xfrm>
          <a:prstGeom prst="rect">
            <a:avLst/>
          </a:prstGeom>
        </p:spPr>
      </p:pic>
      <p:sp>
        <p:nvSpPr>
          <p:cNvPr id="2" name="Circle: Hollow 1">
            <a:extLst>
              <a:ext uri="{FF2B5EF4-FFF2-40B4-BE49-F238E27FC236}">
                <a16:creationId xmlns:a16="http://schemas.microsoft.com/office/drawing/2014/main" id="{9F4AE2A8-8707-26E0-6A07-8D39A265CECA}"/>
              </a:ext>
            </a:extLst>
          </p:cNvPr>
          <p:cNvSpPr/>
          <p:nvPr/>
        </p:nvSpPr>
        <p:spPr>
          <a:xfrm>
            <a:off x="8381598" y="4957776"/>
            <a:ext cx="3430585" cy="1075315"/>
          </a:xfrm>
          <a:prstGeom prst="donut">
            <a:avLst>
              <a:gd name="adj" fmla="val 9155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2D7F019D-182D-D156-448C-DA1FD71265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27542" y="3134920"/>
            <a:ext cx="914400" cy="914400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2F1B38D5-5ADF-8740-42B3-F74CACE6A6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29437" y="4038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0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2458-FE9D-5734-606D-5DFEB624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open-source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FD56-1A28-364D-E232-DF3B7578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0919910" cy="4351338"/>
          </a:xfrm>
        </p:spPr>
        <p:txBody>
          <a:bodyPr>
            <a:normAutofit/>
          </a:bodyPr>
          <a:lstStyle/>
          <a:p>
            <a:r>
              <a:rPr lang="en-US" dirty="0"/>
              <a:t>Any data that is freely available and accompanied by an open license that allows for its redistribution, modification, and integration into other systems.</a:t>
            </a:r>
          </a:p>
          <a:p>
            <a:r>
              <a:rPr lang="en-US" dirty="0"/>
              <a:t>Open-source data are</a:t>
            </a:r>
          </a:p>
          <a:p>
            <a:pPr marL="914400" lvl="2" indent="-457200"/>
            <a:r>
              <a:rPr lang="en-US" dirty="0"/>
              <a:t>Machine-Readable (e.g., .csv, .</a:t>
            </a:r>
            <a:r>
              <a:rPr lang="en-US" dirty="0" err="1"/>
              <a:t>json</a:t>
            </a:r>
            <a:r>
              <a:rPr lang="en-US" dirty="0"/>
              <a:t>, .</a:t>
            </a:r>
            <a:r>
              <a:rPr lang="en-US" dirty="0" err="1"/>
              <a:t>tif</a:t>
            </a:r>
            <a:r>
              <a:rPr lang="en-US" dirty="0"/>
              <a:t> rather than a PDF).</a:t>
            </a:r>
          </a:p>
          <a:p>
            <a:pPr marL="914400" lvl="2" indent="-457200"/>
            <a:r>
              <a:rPr lang="en-US" dirty="0"/>
              <a:t>Non-Proprietary</a:t>
            </a:r>
          </a:p>
          <a:p>
            <a:pPr marL="914400" lvl="2" indent="-457200"/>
            <a:r>
              <a:rPr lang="en-US" dirty="0"/>
              <a:t>Structured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80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3EA5-5B53-F169-FF97-7E57339F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health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B9134-8180-151D-1B62-979F435EC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6826475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Open-source data act as the "contextual layers." </a:t>
            </a:r>
          </a:p>
          <a:p>
            <a:r>
              <a:rPr lang="en-US" dirty="0"/>
              <a:t>While your primary surveillance, response, or program data tells you </a:t>
            </a:r>
            <a:r>
              <a:rPr lang="en-US" i="1" dirty="0">
                <a:solidFill>
                  <a:schemeClr val="accent3"/>
                </a:solidFill>
              </a:rPr>
              <a:t>what</a:t>
            </a:r>
            <a:r>
              <a:rPr lang="en-US" dirty="0"/>
              <a:t> is happening, the open-source data (climate, mobility, population) can tell you more about </a:t>
            </a:r>
            <a:r>
              <a:rPr lang="en-US" i="1" dirty="0">
                <a:solidFill>
                  <a:schemeClr val="accent3"/>
                </a:solidFill>
              </a:rPr>
              <a:t>why</a:t>
            </a:r>
            <a:r>
              <a:rPr lang="en-US" dirty="0"/>
              <a:t>.</a:t>
            </a:r>
          </a:p>
        </p:txBody>
      </p:sp>
      <p:pic>
        <p:nvPicPr>
          <p:cNvPr id="2050" name="Picture 2" descr="Context is everything : r/meme">
            <a:extLst>
              <a:ext uri="{FF2B5EF4-FFF2-40B4-BE49-F238E27FC236}">
                <a16:creationId xmlns:a16="http://schemas.microsoft.com/office/drawing/2014/main" id="{D6C8F670-5FF2-9D6A-012F-4CA19648A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5" y="1933997"/>
            <a:ext cx="4083549" cy="413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24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7076-7F1B-E724-EFB5-02DCE9A0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57CE-45F6-8360-B285-9F59B2727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045542" cy="4351338"/>
          </a:xfrm>
        </p:spPr>
        <p:txBody>
          <a:bodyPr>
            <a:normAutofit/>
          </a:bodyPr>
          <a:lstStyle/>
          <a:p>
            <a:r>
              <a:rPr lang="en-US" sz="2000" dirty="0"/>
              <a:t>Application Programming Interface</a:t>
            </a:r>
          </a:p>
          <a:p>
            <a:r>
              <a:rPr lang="en-US" sz="2000" b="0" dirty="0"/>
              <a:t>a set of rules and protocols that allows different software applications to communicate, exchange data, and use each other's features</a:t>
            </a:r>
          </a:p>
          <a:p>
            <a:r>
              <a:rPr lang="en-US" sz="2000" b="0" dirty="0"/>
              <a:t>Think of it as a food delivery app</a:t>
            </a:r>
          </a:p>
          <a:p>
            <a:r>
              <a:rPr lang="en-US" sz="2000" b="0" dirty="0"/>
              <a:t>REST API - most common web style today. Resource‑based, uses HTTP methods (GET/POST/PUT/DELETE), typically returns JSON.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1FE48-056F-110D-7B7F-4CAED2F9F5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478" b="24741"/>
          <a:stretch>
            <a:fillRect/>
          </a:stretch>
        </p:blipFill>
        <p:spPr>
          <a:xfrm>
            <a:off x="540000" y="4640389"/>
            <a:ext cx="6686550" cy="1755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3381F2-C8D9-B7D7-EDAD-D04827792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4112045"/>
            <a:ext cx="3524250" cy="246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4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D569-3567-9DD9-9DD5-21F751F7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API (vs. downloading)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4AD0-5216-7B93-7AC3-02BABA4E7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564775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Automation: Your data updates automatically when the source data changes. No more "Final_Data_v2_Edited.csv"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Access high-resolution data (e.g., population at 100m grid level) without crashing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73768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D602-F800-156F-6E78-94537E9E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A600-A8E4-BFD0-37CA-16C010338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6937570" cy="4351338"/>
          </a:xfrm>
        </p:spPr>
        <p:txBody>
          <a:bodyPr/>
          <a:lstStyle/>
          <a:p>
            <a:r>
              <a:rPr lang="en-US" dirty="0"/>
              <a:t>JavaScript Object Notation </a:t>
            </a:r>
          </a:p>
          <a:p>
            <a:r>
              <a:rPr lang="en-US" dirty="0"/>
              <a:t>A nested tree structure (folders within folder)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Key: variable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Value: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452CB-A3E4-FFA7-5BF4-564E6AB50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570" y="994186"/>
            <a:ext cx="3762900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2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12D7-033B-5B7F-0843-4475BDD8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Important: the gatekeepers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89CF-ACAA-E995-ACEF-B60820BE9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2000" cy="435133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APIs aren't infinite. Servers will "throttle" or block you if you make too many requests per minute.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 source doesn’t mean “do whatever you want” (Some data like GBD allows personal research but requires permission for commercial use or redistribution.)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query the right data, you usually have to find the right keys and IDs  in a separate metadata table first.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Some professional APIs (GBD, Google, Twitter) require an API Key or Token (When using tokens, don’t recommended to hard-code your key into a script you share!)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3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01B75-BFE9-DAC9-462A-0E611916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Some useful open-source data for epidemic intelligence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F245F-F17F-78A3-7ADE-CFFFE98D9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(and how to extract &amp; use them for decision-making)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F0581-65BB-1C5F-4A7A-3E7975D56E6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3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7C71-35FE-93C3-C36D-5366CB0C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Useful open-source data for public health decision-makers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B664-5D3F-AC49-7333-77A33E4D4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2133273"/>
            <a:ext cx="10637899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3"/>
                </a:solidFill>
              </a:rPr>
              <a:t>WorldPoP</a:t>
            </a:r>
            <a:r>
              <a:rPr lang="en-US" sz="2400" dirty="0"/>
              <a:t> - Open spatial demographic datasets (age/sex structures) and other contextual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/>
                </a:solidFill>
              </a:rPr>
              <a:t>GRID3</a:t>
            </a:r>
            <a:r>
              <a:rPr lang="en-US" sz="2400" dirty="0"/>
              <a:t> - Geo-Referenced Infrastructure and Demographic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NASA </a:t>
            </a:r>
            <a:r>
              <a:rPr lang="en-US" sz="2400" dirty="0">
                <a:solidFill>
                  <a:schemeClr val="accent3"/>
                </a:solidFill>
              </a:rPr>
              <a:t>satellite images </a:t>
            </a:r>
            <a:r>
              <a:rPr lang="en-US" sz="2400" dirty="0"/>
              <a:t>for environmental variables (surface temperature, humidity, rainfall, vegetation index,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/>
                </a:solidFill>
              </a:rPr>
              <a:t>OpenStreetMap</a:t>
            </a:r>
            <a:r>
              <a:rPr lang="en-US" sz="2400" dirty="0"/>
              <a:t> for road and urban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180000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A734-2EBB-6CCA-D20B-8AD26C23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worldpop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9975-EB99-245F-F6AD-CE60F0F33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0641522" cy="4351338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/>
              <a:t>A research initiative providing open-access, spatially explicit datasets on population distribution, demographics, and dynamics.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/>
              <a:t>Combines census, survey, and satellite data using advanced statistical modeling to map population at 100m x 100m resolution.</a:t>
            </a:r>
          </a:p>
          <a:p>
            <a:r>
              <a:rPr lang="en-US" dirty="0"/>
              <a:t>Key data available (in </a:t>
            </a:r>
            <a:r>
              <a:rPr lang="en-US" dirty="0" err="1"/>
              <a:t>geotiff</a:t>
            </a:r>
            <a:r>
              <a:rPr lang="en-US" dirty="0"/>
              <a:t> format):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Population counts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Age/Sex breakdowns by 5-year age groups.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Models of population movement.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Births and pregnancies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0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BD3C-57AE-2153-4A9F-826292AAD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WorldPop</a:t>
            </a:r>
            <a:r>
              <a:rPr lang="en-US" dirty="0"/>
              <a:t> data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FDE3B-65FC-76BB-7C8F-44E198B65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6817" y="1746093"/>
            <a:ext cx="4793082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DF421-0818-47EE-17AB-9AD1FBC7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16" y="1871221"/>
            <a:ext cx="5402224" cy="3894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50252-B252-3A29-6CCA-BD8D5DEF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388" y="1527478"/>
            <a:ext cx="5694513" cy="478856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48D099-C1D7-7EB1-60AE-D228A1ABB1E7}"/>
              </a:ext>
            </a:extLst>
          </p:cNvPr>
          <p:cNvSpPr/>
          <p:nvPr/>
        </p:nvSpPr>
        <p:spPr>
          <a:xfrm>
            <a:off x="540000" y="4042611"/>
            <a:ext cx="1452429" cy="616016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BD3620-48A3-2DED-0B68-50B98C681850}"/>
              </a:ext>
            </a:extLst>
          </p:cNvPr>
          <p:cNvCxnSpPr>
            <a:stCxn id="8" idx="3"/>
            <a:endCxn id="7" idx="1"/>
          </p:cNvCxnSpPr>
          <p:nvPr/>
        </p:nvCxnSpPr>
        <p:spPr>
          <a:xfrm flipV="1">
            <a:off x="1992429" y="3921762"/>
            <a:ext cx="4228959" cy="428857"/>
          </a:xfrm>
          <a:prstGeom prst="straightConnector1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618257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88A7-8E6B-0493-BEC3-861C2F5D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</a:t>
            </a:r>
            <a:r>
              <a:rPr lang="en-US" dirty="0" err="1"/>
              <a:t>worldpop</a:t>
            </a:r>
            <a:r>
              <a:rPr lang="en-US" dirty="0"/>
              <a:t>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69CA-351B-7E48-3D15-206886E38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0299450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 honestly prefer downloading </a:t>
            </a:r>
            <a:r>
              <a:rPr lang="en-US" dirty="0" err="1"/>
              <a:t>geotiff</a:t>
            </a:r>
            <a:r>
              <a:rPr lang="en-US" dirty="0"/>
              <a:t> directly from </a:t>
            </a:r>
            <a:r>
              <a:rPr lang="en-US" dirty="0" err="1"/>
              <a:t>Worldpop</a:t>
            </a:r>
            <a:r>
              <a:rPr lang="en-US" dirty="0"/>
              <a:t> website: This approach is more than suitable when the data is not dynamic (meaning it only gets updated once every year or more).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Info on API queries: </a:t>
            </a:r>
            <a:r>
              <a:rPr lang="en-US" dirty="0">
                <a:hlinkClick r:id="rId2"/>
              </a:rPr>
              <a:t>https://www.worldpop.org/sdi/introapi/</a:t>
            </a:r>
            <a:r>
              <a:rPr lang="en-US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GRID3 countries, you can also use GRID3 API to source the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324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104FF-000F-3AFF-381E-2EE10DF0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Worldpop</a:t>
            </a:r>
            <a:r>
              <a:rPr lang="en-US" dirty="0"/>
              <a:t> Open Population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7FD4F-B7F4-9174-CAA9-6DAFD965C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2242687"/>
            <a:ext cx="3435234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Provides high-resolution gridded population-related estimates co-produced by governments and UN agencies.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Available data differs country by country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E71C0-FBAA-C4AE-5FA8-950223932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512" y="2136809"/>
            <a:ext cx="7299734" cy="340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31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C404-A43F-F62F-EA48-B2CFF808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33451-42B7-0610-8B7E-DEC46D822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833633" cy="4351338"/>
          </a:xfrm>
        </p:spPr>
        <p:txBody>
          <a:bodyPr>
            <a:normAutofit/>
          </a:bodyPr>
          <a:lstStyle/>
          <a:p>
            <a:r>
              <a:rPr lang="en-US" dirty="0"/>
              <a:t>Planning a measles campaign in a region with outdated census data</a:t>
            </a:r>
          </a:p>
          <a:p>
            <a:r>
              <a:rPr lang="en-US" dirty="0"/>
              <a:t>Use </a:t>
            </a:r>
            <a:r>
              <a:rPr lang="en-US" dirty="0" err="1"/>
              <a:t>WorldPop</a:t>
            </a:r>
            <a:r>
              <a:rPr lang="en-US" dirty="0"/>
              <a:t> 100m*100m population count data to identify the precise number and location of children under 5 years old by district or facility catchment area level.</a:t>
            </a:r>
          </a:p>
          <a:p>
            <a:r>
              <a:rPr lang="en-US" dirty="0"/>
              <a:t>Supports micro-planning for vaccine procurement, cold chain logistics, and efficient deployment of health worker teams.</a:t>
            </a:r>
          </a:p>
        </p:txBody>
      </p:sp>
    </p:spTree>
    <p:extLst>
      <p:ext uri="{BB962C8B-B14F-4D97-AF65-F5344CB8AC3E}">
        <p14:creationId xmlns:p14="http://schemas.microsoft.com/office/powerpoint/2010/main" val="1871515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91E52-0AAD-B3D9-0371-9034AE7E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GRID3 (Geo-Referenced Infrastructure and Demographic Data for Development)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A0CCC-4789-ACFC-6900-AF0082853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2206488"/>
            <a:ext cx="10969513" cy="3841267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global partnership (including UNFPA and </a:t>
            </a:r>
            <a:r>
              <a:rPr lang="en-US" dirty="0" err="1"/>
              <a:t>WorldPop</a:t>
            </a:r>
            <a:r>
              <a:rPr lang="en-US" dirty="0"/>
              <a:t>) that facilitates the collection and use of high-quality geospatial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Integrates and manages authoritative data on boundaries, human settlements, and key infrastructure to support decision-making.</a:t>
            </a:r>
          </a:p>
          <a:p>
            <a:r>
              <a:rPr lang="en-US" dirty="0"/>
              <a:t>Key available data (in </a:t>
            </a:r>
            <a:r>
              <a:rPr lang="en-US" dirty="0" err="1"/>
              <a:t>GeoJSON</a:t>
            </a:r>
            <a:r>
              <a:rPr lang="en-US" dirty="0"/>
              <a:t> format)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Points of interest data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Population data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Settlement data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Health facility data (operational wards)</a:t>
            </a:r>
          </a:p>
          <a:p>
            <a:pPr marL="473075" lvl="1" indent="-457200">
              <a:buFont typeface="Arial" panose="020B0604020202020204" pitchFamily="34" charset="0"/>
              <a:buChar char="•"/>
            </a:pPr>
            <a:r>
              <a:rPr lang="en-US" dirty="0"/>
              <a:t>Roads data,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765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DF58F-12C7-ECE0-DB1E-AF1B72B2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FF47-F981-BB91-1496-9526623F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18BBA-2C42-11BE-A923-FE071AF8C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671392"/>
            <a:ext cx="6108573" cy="3515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C5CD4B-81C3-56E1-C3F6-AAE2BE265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896" y="1669774"/>
            <a:ext cx="3829584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40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F636-2B0F-558A-4A0B-D678EDDE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D297-640D-0E68-1097-8851C7A1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02727-81FA-CCCE-D55A-703A290AD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87121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Rapidly deploying resources during a cholera surge in IDP settlement areas.</a:t>
            </a:r>
          </a:p>
          <a:p>
            <a:r>
              <a:rPr lang="en-US" dirty="0"/>
              <a:t>Use GRID3 Settlement Extents data to quickly identify unmapped operational villages.</a:t>
            </a:r>
          </a:p>
          <a:p>
            <a:r>
              <a:rPr lang="en-US" dirty="0"/>
              <a:t>Combine this with GRID3 points-of-interest data to locate the nearest water points and health centers. </a:t>
            </a:r>
          </a:p>
          <a:p>
            <a:r>
              <a:rPr lang="en-US" dirty="0"/>
              <a:t>Creates operational map for targeting hygiene kit distribution and establishing oral rehydration points.</a:t>
            </a:r>
          </a:p>
        </p:txBody>
      </p:sp>
    </p:spTree>
    <p:extLst>
      <p:ext uri="{BB962C8B-B14F-4D97-AF65-F5344CB8AC3E}">
        <p14:creationId xmlns:p14="http://schemas.microsoft.com/office/powerpoint/2010/main" val="28862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C20C-076D-4ACA-D55E-6BBF64E7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earth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6C72-35F9-A009-C326-FDFABB131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0166100" cy="4351338"/>
          </a:xfrm>
        </p:spPr>
        <p:txBody>
          <a:bodyPr>
            <a:normAutofit fontScale="77500" lnSpcReduction="20000"/>
          </a:bodyPr>
          <a:lstStyle/>
          <a:p>
            <a:pPr marL="457200" lvl="0" indent="-4572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A cloud platform for petabyte-scale analysis of satellite imagery and other geospatial datasets.</a:t>
            </a:r>
          </a:p>
          <a:p>
            <a:pPr marL="457200" lvl="0" indent="-4572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Provides parallel processing power to analyze over 40 years of Earth observation data (Landsat, Sentinel) using a standard coding interface (JavaScript/Python/R)</a:t>
            </a:r>
          </a:p>
          <a:p>
            <a:pPr marL="457200" lvl="0" indent="-4572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catalogue provides a “menu” of data we can choose from (</a:t>
            </a:r>
            <a:r>
              <a:rPr lang="en-US" dirty="0">
                <a:hlinkClick r:id="rId2"/>
              </a:rPr>
              <a:t>https://developers.google.com/earth-engine/datasets/</a:t>
            </a:r>
            <a:r>
              <a:rPr lang="en-US" dirty="0"/>
              <a:t>)</a:t>
            </a:r>
          </a:p>
          <a:p>
            <a:pPr marL="457200" lvl="0" indent="-4572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You send the code to the data (vs. downloading data to your code): We can use GEE’s code editor (</a:t>
            </a:r>
            <a:r>
              <a:rPr lang="en-US" dirty="0">
                <a:hlinkClick r:id="rId3"/>
              </a:rPr>
              <a:t>https://code.earthengine.google.com/</a:t>
            </a:r>
            <a:r>
              <a:rPr lang="en-US" dirty="0"/>
              <a:t>, supports JAVA or python) or R (</a:t>
            </a:r>
            <a:r>
              <a:rPr lang="en-US" dirty="0" err="1"/>
              <a:t>rgee</a:t>
            </a:r>
            <a:r>
              <a:rPr lang="en-US" dirty="0"/>
              <a:t> package) to ask the cloud for a summary of data we want (or python)</a:t>
            </a:r>
          </a:p>
        </p:txBody>
      </p:sp>
    </p:spTree>
    <p:extLst>
      <p:ext uri="{BB962C8B-B14F-4D97-AF65-F5344CB8AC3E}">
        <p14:creationId xmlns:p14="http://schemas.microsoft.com/office/powerpoint/2010/main" val="3591890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7411-5A1E-03EB-7F28-A360D4885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GEE data catalog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B276A-2AC1-4AE7-29AC-42EC47FBF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4665984" cy="4351338"/>
          </a:xfrm>
        </p:spPr>
        <p:txBody>
          <a:bodyPr/>
          <a:lstStyle/>
          <a:p>
            <a:r>
              <a:rPr lang="en-US" dirty="0"/>
              <a:t>Image vs. Image Collection</a:t>
            </a:r>
          </a:p>
          <a:p>
            <a:r>
              <a:rPr lang="en-US" dirty="0"/>
              <a:t>Data dictionary (“Bands”)</a:t>
            </a:r>
          </a:p>
          <a:p>
            <a:r>
              <a:rPr lang="en-US" dirty="0"/>
              <a:t>Example code for extraction (currently only supported in JavaScript)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8FD62-1F06-C79F-F38D-A34940BB4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818" y="1825625"/>
            <a:ext cx="6014358" cy="389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22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0294-8A20-8FEA-2BA9-D0E51A5E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GEE code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DC17A-E661-7FDE-E009-4DC8087AC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3629664" cy="4351338"/>
          </a:xfrm>
        </p:spPr>
        <p:txBody>
          <a:bodyPr/>
          <a:lstStyle/>
          <a:p>
            <a:r>
              <a:rPr lang="en-US" dirty="0"/>
              <a:t>Write scripts to extract data</a:t>
            </a:r>
          </a:p>
          <a:p>
            <a:r>
              <a:rPr lang="en-US" dirty="0"/>
              <a:t>Upload </a:t>
            </a:r>
            <a:r>
              <a:rPr lang="en-US" dirty="0" err="1"/>
              <a:t>shaepfiles</a:t>
            </a:r>
            <a:r>
              <a:rPr lang="en-US" dirty="0"/>
              <a:t> to “Assets”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6727A-730D-8AC5-1937-45D04D2E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192" y="1481877"/>
            <a:ext cx="7458455" cy="500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39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4691-E0AE-D163-7B28-7C9C5278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8E5F-1494-B53E-815D-73F22004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E3653-54F3-2EBD-C4CB-B49528A01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758477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Predicting where and when malaria cases will spike based on changing weather patterns.</a:t>
            </a:r>
          </a:p>
          <a:p>
            <a:r>
              <a:rPr lang="en-US" dirty="0"/>
              <a:t>Analyze GEE’s time-series data for land surface temperature, precipitation, and vegetation (NDVI). </a:t>
            </a:r>
          </a:p>
          <a:p>
            <a:r>
              <a:rPr lang="en-US" dirty="0"/>
              <a:t>Correlate this data with historical case counts using modeling techniques (i.e., DLNM)</a:t>
            </a:r>
          </a:p>
          <a:p>
            <a:r>
              <a:rPr lang="en-US" dirty="0"/>
              <a:t>Create dynamic malaria risk maps to pre-position rapid diagnostic tests and insecticide-treated nets weeks before a projected peak.</a:t>
            </a:r>
          </a:p>
        </p:txBody>
      </p:sp>
    </p:spTree>
    <p:extLst>
      <p:ext uri="{BB962C8B-B14F-4D97-AF65-F5344CB8AC3E}">
        <p14:creationId xmlns:p14="http://schemas.microsoft.com/office/powerpoint/2010/main" val="1061542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5B88-7FE3-89A9-8776-9024AFAC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street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BEACE-DD94-C122-4291-36C88664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790609" cy="4351338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collaborative project to create a free, editable map of the world, built by a community of mappers who contribute and maintain data (often enriched by local “</a:t>
            </a:r>
            <a:r>
              <a:rPr lang="en-US" dirty="0" err="1"/>
              <a:t>mapathons</a:t>
            </a:r>
            <a:r>
              <a:rPr lang="en-US" dirty="0"/>
              <a:t>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 open-source, crowdsourced database of spatial "primitive" data: points (nodes), lines (ways), and polygons (relations) representing the physical world. </a:t>
            </a:r>
            <a:r>
              <a:rPr lang="en-US" dirty="0">
                <a:sym typeface="Wingdings" panose="05000000000000000000" pitchFamily="2" charset="2"/>
              </a:rPr>
              <a:t> usually layered with other maps (e.g., </a:t>
            </a:r>
            <a:r>
              <a:rPr lang="en-US" dirty="0" err="1">
                <a:sym typeface="Wingdings" panose="05000000000000000000" pitchFamily="2" charset="2"/>
              </a:rPr>
              <a:t>tmap</a:t>
            </a:r>
            <a:r>
              <a:rPr lang="en-US" dirty="0">
                <a:sym typeface="Wingdings" panose="05000000000000000000" pitchFamily="2" charset="2"/>
              </a:rPr>
              <a:t>) for visualization.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data is free to use for any purpose under an Open Database License (</a:t>
            </a:r>
            <a:r>
              <a:rPr lang="en-US" dirty="0" err="1"/>
              <a:t>ODbL</a:t>
            </a:r>
            <a:r>
              <a:rPr lang="en-US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Maps everything from major highways to footpaths, building footprints, and local landmarks.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7912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EB3D-73B8-86A5-7A55-97DB6FAD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350D-D3CF-8926-473C-2F863FEC9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FB48B7-FAE5-D4A7-F5CB-74B41433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44" y="237822"/>
            <a:ext cx="10099912" cy="638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62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EEE2-B885-2066-E1E7-CE3F7D56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4EFF-075C-AF04-601C-DB28E07F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345F-0AE8-1A2C-F412-1432A8319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830365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Determining which populations are truly within "reach" of emergency obstetric care.</a:t>
            </a:r>
          </a:p>
          <a:p>
            <a:r>
              <a:rPr lang="en-US" dirty="0"/>
              <a:t>Linear distance (Euclidean) methods often ignores geographic realities.</a:t>
            </a:r>
          </a:p>
          <a:p>
            <a:r>
              <a:rPr lang="en-US" dirty="0"/>
              <a:t>Use OSM road networks to calculate 30-minute travel-time isochrones (isochrones) around health facilities, accounting for road types and surface conditions.</a:t>
            </a:r>
          </a:p>
          <a:p>
            <a:r>
              <a:rPr lang="en-US" dirty="0"/>
              <a:t>Identify "service deserts" where communities are geographically close to a clinic but functionally cut off due to poor road connectivity or natural barriers.</a:t>
            </a:r>
          </a:p>
        </p:txBody>
      </p:sp>
    </p:spTree>
    <p:extLst>
      <p:ext uri="{BB962C8B-B14F-4D97-AF65-F5344CB8AC3E}">
        <p14:creationId xmlns:p14="http://schemas.microsoft.com/office/powerpoint/2010/main" val="1412993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935956-8685-947B-BF8A-2FB5937A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Use cases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B929A-675B-029F-B69C-D905C8194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3732584"/>
            <a:ext cx="9502123" cy="1753211"/>
          </a:xfrm>
        </p:spPr>
        <p:txBody>
          <a:bodyPr/>
          <a:lstStyle/>
          <a:p>
            <a:r>
              <a:rPr lang="en-US" dirty="0"/>
              <a:t>Public Health Intelligence Layering Challenge!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AF416B-4E56-C5EA-C840-56C47E4DA79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74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4D279A-523F-FB5C-3A7C-86013C0D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A9C59-6B89-617E-8409-B356E1C6B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825625"/>
            <a:ext cx="10393043" cy="4351338"/>
          </a:xfrm>
        </p:spPr>
        <p:txBody>
          <a:bodyPr/>
          <a:lstStyle/>
          <a:p>
            <a:r>
              <a:rPr lang="en-US" dirty="0"/>
              <a:t>A neighboring district has just reported a confirmed outbreak of Yellow Fever. Your task is to design a targeted vector control and vaccination program for a high-risk, semi-rural border zone in your district.</a:t>
            </a:r>
          </a:p>
          <a:p>
            <a:r>
              <a:rPr lang="en-US" dirty="0"/>
              <a:t>You have 48 hours to present a data-driven deployment plan to the National Yellow Fever Incident Management Team.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844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8574-6E73-EAD8-58D7-7CE3B0BC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D71F82-330E-07C7-56F4-FD1D77173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956238"/>
              </p:ext>
            </p:extLst>
          </p:nvPr>
        </p:nvGraphicFramePr>
        <p:xfrm>
          <a:off x="539999" y="1729909"/>
          <a:ext cx="10512313" cy="4200344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388098">
                  <a:extLst>
                    <a:ext uri="{9D8B030D-6E8A-4147-A177-3AD203B41FA5}">
                      <a16:colId xmlns:a16="http://schemas.microsoft.com/office/drawing/2014/main" val="4085038440"/>
                    </a:ext>
                  </a:extLst>
                </a:gridCol>
                <a:gridCol w="8124215">
                  <a:extLst>
                    <a:ext uri="{9D8B030D-6E8A-4147-A177-3AD203B41FA5}">
                      <a16:colId xmlns:a16="http://schemas.microsoft.com/office/drawing/2014/main" val="2610010279"/>
                    </a:ext>
                  </a:extLst>
                </a:gridCol>
              </a:tblGrid>
              <a:tr h="37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Source</a:t>
                      </a:r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Description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2961744843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Outbreak line list</a:t>
                      </a:r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list of suspected and confirmed cases with their epidemiological information, case narrative, and household geocode.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3938172299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WorldPop</a:t>
                      </a:r>
                      <a:endParaRPr lang="en-US" sz="1600" dirty="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100m gridded raster of population counts, including a breakdown of children under 5 and adults over 65.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3056732289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GRID3</a:t>
                      </a:r>
                      <a:endParaRPr lang="en-US" sz="160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 validated layer of "Settlement Extents" (building clusters) and a master list of 15 Health Facility points with "Type" (Clinic vs. Hospital).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1733339102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Google Earth Engine</a:t>
                      </a:r>
                      <a:endParaRPr lang="en-US" sz="160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time-series of NDVI (Vegetation Greenness) and daily precipitation for the last 30 days.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1454013534"/>
                  </a:ext>
                </a:extLst>
              </a:tr>
              <a:tr h="664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OpenStreetMap</a:t>
                      </a:r>
                      <a:endParaRPr lang="en-US" sz="160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vector layer of all "primary," "secondary," and "unclassified" (dirt/path) roads in the district.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2405400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14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13F6-E4AF-09BE-CA1B-4838C0CC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5B7E-D431-9CE5-95B3-62AA04B4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852" y="1974712"/>
            <a:ext cx="4121453" cy="4351338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will you determine which 3 of the 15 health facilities should be designated as "Yellow Fever Vaccination Hubs”?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Without any entomological survey data, how will you identify </a:t>
            </a:r>
            <a:r>
              <a:rPr lang="en-US" i="1" dirty="0"/>
              <a:t>where</a:t>
            </a:r>
            <a:r>
              <a:rPr lang="en-US" dirty="0"/>
              <a:t> the mosquitoes are most likely to breed right now?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other decisions can you support based on available data?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86FF68-D2FF-3070-DEE1-60C634CABD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03998"/>
              </p:ext>
            </p:extLst>
          </p:nvPr>
        </p:nvGraphicFramePr>
        <p:xfrm>
          <a:off x="4982845" y="1825625"/>
          <a:ext cx="6808303" cy="4328601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875155">
                  <a:extLst>
                    <a:ext uri="{9D8B030D-6E8A-4147-A177-3AD203B41FA5}">
                      <a16:colId xmlns:a16="http://schemas.microsoft.com/office/drawing/2014/main" val="4085038440"/>
                    </a:ext>
                  </a:extLst>
                </a:gridCol>
                <a:gridCol w="4933148">
                  <a:extLst>
                    <a:ext uri="{9D8B030D-6E8A-4147-A177-3AD203B41FA5}">
                      <a16:colId xmlns:a16="http://schemas.microsoft.com/office/drawing/2014/main" val="2610010279"/>
                    </a:ext>
                  </a:extLst>
                </a:gridCol>
              </a:tblGrid>
              <a:tr h="37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Data Source</a:t>
                      </a:r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2961744843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Outbreak line list</a:t>
                      </a:r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list of suspected and confirmed cases with their epidemiological information, case narrative, and household geocode.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3938172299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WorldPop</a:t>
                      </a:r>
                      <a:endParaRPr lang="en-US" sz="1400" dirty="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100m gridded raster of population counts, including a breakdown of children under 5 and adults over 65.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3056732289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GRID3</a:t>
                      </a:r>
                      <a:endParaRPr lang="en-US" sz="140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validated layer of "Settlement Extents" (building clusters)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A master list of 15 Health Facility points with "Type" (Clinic vs. Hospital).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A list of IDP sites in the district and the neighboring district.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1733339102"/>
                  </a:ext>
                </a:extLst>
              </a:tr>
              <a:tr h="791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Google Earth Engine</a:t>
                      </a:r>
                      <a:endParaRPr lang="en-US" sz="140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time-series of NDVI (Vegetation Greenness) and daily precipitation for the last 30 days.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1454013534"/>
                  </a:ext>
                </a:extLst>
              </a:tr>
              <a:tr h="664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OpenStreetMap</a:t>
                      </a:r>
                      <a:endParaRPr lang="en-US" sz="1400"/>
                    </a:p>
                  </a:txBody>
                  <a:tcPr marL="65943" marR="65943" marT="32972" marB="32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vector layer of all "primary," "secondary," and "unclassified" (dirt/path) roads in the district.</a:t>
                      </a:r>
                    </a:p>
                  </a:txBody>
                  <a:tcPr marL="65943" marR="65943" marT="32972" marB="32972" anchor="ctr"/>
                </a:tc>
                <a:extLst>
                  <a:ext uri="{0D108BD9-81ED-4DB2-BD59-A6C34878D82A}">
                    <a16:rowId xmlns:a16="http://schemas.microsoft.com/office/drawing/2014/main" val="2405400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48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B7C2-2579-EB00-C54F-F7668BC8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7167-304C-B4D0-E8A2-1C0427B5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0184322" cy="4351338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 with shapefiles and example codes.</a:t>
            </a:r>
          </a:p>
          <a:p>
            <a:r>
              <a:rPr lang="en-US" dirty="0"/>
              <a:t>Other sources of open source data</a:t>
            </a:r>
          </a:p>
          <a:p>
            <a:r>
              <a:rPr lang="en-US" dirty="0"/>
              <a:t>GBD</a:t>
            </a:r>
          </a:p>
          <a:p>
            <a:r>
              <a:rPr lang="en-US" dirty="0"/>
              <a:t>FEWSNET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17912"/>
      </p:ext>
    </p:extLst>
  </p:cSld>
  <p:clrMapOvr>
    <a:masterClrMapping/>
  </p:clrMapOvr>
</p:sld>
</file>

<file path=ppt/theme/theme1.xml><?xml version="1.0" encoding="utf-8"?>
<a:theme xmlns:a="http://schemas.openxmlformats.org/drawingml/2006/main" name="RTSL_2">
  <a:themeElements>
    <a:clrScheme name="Custom 2">
      <a:dk1>
        <a:srgbClr val="000000"/>
      </a:dk1>
      <a:lt1>
        <a:srgbClr val="FFFFFF"/>
      </a:lt1>
      <a:dk2>
        <a:srgbClr val="382886"/>
      </a:dk2>
      <a:lt2>
        <a:srgbClr val="E6E8F5"/>
      </a:lt2>
      <a:accent1>
        <a:srgbClr val="6577BA"/>
      </a:accent1>
      <a:accent2>
        <a:srgbClr val="B2B1D9"/>
      </a:accent2>
      <a:accent3>
        <a:srgbClr val="F3775C"/>
      </a:accent3>
      <a:accent4>
        <a:srgbClr val="E8383C"/>
      </a:accent4>
      <a:accent5>
        <a:srgbClr val="FCBA24"/>
      </a:accent5>
      <a:accent6>
        <a:srgbClr val="85BD40"/>
      </a:accent6>
      <a:hlink>
        <a:srgbClr val="F3775C"/>
      </a:hlink>
      <a:folHlink>
        <a:srgbClr val="F377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45720" rtlCol="0" anchor="t">
        <a:normAutofit/>
      </a:bodyPr>
      <a:lstStyle>
        <a:defPPr algn="l">
          <a:defRPr sz="2400" cap="none"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TSL_2" id="{EAEA31D1-D42D-40B7-AF4E-6E23AFD5EC7E}" vid="{02EDED63-2A37-403E-8D35-89C160EC68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ranslatedLang xmlns="ca299543-0ab4-429f-8927-bf8e8716a0c2" xsi:nil="true"/>
    <lcf76f155ced4ddcb4097134ff3c332f xmlns="ca299543-0ab4-429f-8927-bf8e8716a0c2">
      <Terms xmlns="http://schemas.microsoft.com/office/infopath/2007/PartnerControls"/>
    </lcf76f155ced4ddcb4097134ff3c332f>
    <Comments xmlns="ca299543-0ab4-429f-8927-bf8e8716a0c2" xsi:nil="true"/>
    <_ip_UnifiedCompliancePolicyProperties xmlns="http://schemas.microsoft.com/sharepoint/v3" xsi:nil="true"/>
    <TaxCatchAll xmlns="d27c8f07-e503-4122-80c5-e52ee84151d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B71C273E20C4095B634201CDD2539" ma:contentTypeVersion="24" ma:contentTypeDescription="Create a new document." ma:contentTypeScope="" ma:versionID="1827fb999827c7afb550ec37460d6527">
  <xsd:schema xmlns:xsd="http://www.w3.org/2001/XMLSchema" xmlns:xs="http://www.w3.org/2001/XMLSchema" xmlns:p="http://schemas.microsoft.com/office/2006/metadata/properties" xmlns:ns1="http://schemas.microsoft.com/sharepoint/v3" xmlns:ns2="ca299543-0ab4-429f-8927-bf8e8716a0c2" xmlns:ns3="d27c8f07-e503-4122-80c5-e52ee84151d4" targetNamespace="http://schemas.microsoft.com/office/2006/metadata/properties" ma:root="true" ma:fieldsID="7ce67c3a285013c68dbfa87fed1af3d4" ns1:_="" ns2:_="" ns3:_="">
    <xsd:import namespace="http://schemas.microsoft.com/sharepoint/v3"/>
    <xsd:import namespace="ca299543-0ab4-429f-8927-bf8e8716a0c2"/>
    <xsd:import namespace="d27c8f07-e503-4122-80c5-e52ee84151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TranslatedLang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299543-0ab4-429f-8927-bf8e8716a0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2f55c54-333a-4ed3-a999-6f0836af5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mments" ma:index="24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ranslatedLang" ma:index="27" nillable="true" ma:displayName="Translated Language" ma:internalName="TranslatedLang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c8f07-e503-4122-80c5-e52ee84151d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94d5955-93c2-4535-8179-a5e838035f88}" ma:internalName="TaxCatchAll" ma:showField="CatchAllData" ma:web="d27c8f07-e503-4122-80c5-e52ee84151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0258F3-ED74-4C58-95A3-DC7BEB28CF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0F5C36-5EDC-4A3C-AE37-3F35DF7DA01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a299543-0ab4-429f-8927-bf8e8716a0c2"/>
    <ds:schemaRef ds:uri="d27c8f07-e503-4122-80c5-e52ee84151d4"/>
  </ds:schemaRefs>
</ds:datastoreItem>
</file>

<file path=customXml/itemProps3.xml><?xml version="1.0" encoding="utf-8"?>
<ds:datastoreItem xmlns:ds="http://schemas.openxmlformats.org/officeDocument/2006/customXml" ds:itemID="{DA1354A7-62D6-4A2E-99C7-C651FB186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a299543-0ab4-429f-8927-bf8e8716a0c2"/>
    <ds:schemaRef ds:uri="d27c8f07-e503-4122-80c5-e52ee84151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RTSL_2</Template>
  <TotalTime>4721</TotalTime>
  <Words>1759</Words>
  <Application>Microsoft Office PowerPoint</Application>
  <PresentationFormat>Widescreen</PresentationFormat>
  <Paragraphs>167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Public Sans</vt:lpstr>
      <vt:lpstr>Wingdings</vt:lpstr>
      <vt:lpstr>RTSL_2</vt:lpstr>
      <vt:lpstr>Module 5:  Using open source data via api</vt:lpstr>
      <vt:lpstr>Learning objectives</vt:lpstr>
      <vt:lpstr>Epidemic Intelligence for Collaborative Surveillance</vt:lpstr>
      <vt:lpstr>What is open-source data</vt:lpstr>
      <vt:lpstr>Public health implications</vt:lpstr>
      <vt:lpstr>What is API</vt:lpstr>
      <vt:lpstr>Why API (vs. downloading)</vt:lpstr>
      <vt:lpstr>What is JSON</vt:lpstr>
      <vt:lpstr>Important: the gatekeepers</vt:lpstr>
      <vt:lpstr>Some useful open-source data for epidemic intelligence</vt:lpstr>
      <vt:lpstr>Some Useful open-source data for public health decision-makers</vt:lpstr>
      <vt:lpstr>worldpop</vt:lpstr>
      <vt:lpstr>WorldPop data catalog</vt:lpstr>
      <vt:lpstr>Note on worldpop API</vt:lpstr>
      <vt:lpstr>Worldpop Open Population Repository</vt:lpstr>
      <vt:lpstr>Use case 1</vt:lpstr>
      <vt:lpstr>GRID3 (Geo-Referenced Infrastructure and Demographic Data for Development)</vt:lpstr>
      <vt:lpstr>GRID3</vt:lpstr>
      <vt:lpstr>Use case 2</vt:lpstr>
      <vt:lpstr>google earth engine</vt:lpstr>
      <vt:lpstr>GEE data catalog</vt:lpstr>
      <vt:lpstr>GEE code editor</vt:lpstr>
      <vt:lpstr>Use case 3</vt:lpstr>
      <vt:lpstr>Open street map</vt:lpstr>
      <vt:lpstr>PowerPoint Presentation</vt:lpstr>
      <vt:lpstr>Use case 4</vt:lpstr>
      <vt:lpstr>More Data Use cases</vt:lpstr>
      <vt:lpstr>Scenario</vt:lpstr>
      <vt:lpstr>available data</vt:lpstr>
      <vt:lpstr>Data-driven decision-making</vt:lpstr>
      <vt:lpstr>Useful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Sooyoung Kim</dc:creator>
  <cp:keywords/>
  <dc:description>generated using python-pptx</dc:description>
  <cp:lastModifiedBy>Sooyoung Kim</cp:lastModifiedBy>
  <cp:revision>2</cp:revision>
  <dcterms:created xsi:type="dcterms:W3CDTF">2013-01-27T09:14:16Z</dcterms:created>
  <dcterms:modified xsi:type="dcterms:W3CDTF">2026-03-31T12:08:29Z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2026-01-09T20:25:44Z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762de5b4-45da-4234-a5e1-ee3e978f8a57</vt:lpwstr>
  </property>
  <property fmtid="{D5CDD505-2E9C-101B-9397-08002B2CF9AE}" pid="7" name="MSIP_Label_defa4170-0d19-0005-0004-bc88714345d2_ActionId">
    <vt:lpwstr>2b287583-62f6-4a95-b26d-155468912620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0x010100173B71C273E20C4095B634201CDD2539</vt:lpwstr>
  </property>
  <property fmtid="{D5CDD505-2E9C-101B-9397-08002B2CF9AE}" pid="11" name="MediaServiceImageTags">
    <vt:lpwstr/>
  </property>
</Properties>
</file>